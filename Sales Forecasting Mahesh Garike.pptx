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4" r:id="rId4"/>
  </p:sldMasterIdLst>
  <p:notesMasterIdLst>
    <p:notesMasterId r:id="rId17"/>
  </p:notesMasterIdLst>
  <p:handoutMasterIdLst>
    <p:handoutMasterId r:id="rId18"/>
  </p:handoutMasterIdLst>
  <p:sldIdLst>
    <p:sldId id="1497" r:id="rId5"/>
    <p:sldId id="1499" r:id="rId6"/>
    <p:sldId id="1513" r:id="rId7"/>
    <p:sldId id="1502" r:id="rId8"/>
    <p:sldId id="1503" r:id="rId9"/>
    <p:sldId id="1507" r:id="rId10"/>
    <p:sldId id="1504" r:id="rId11"/>
    <p:sldId id="1505" r:id="rId12"/>
    <p:sldId id="1506" r:id="rId13"/>
    <p:sldId id="1508" r:id="rId14"/>
    <p:sldId id="1509" r:id="rId15"/>
    <p:sldId id="15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2E8CEC-FD34-44FB-AC82-D90FCFC73FD3}" v="151" dt="2025-11-21T15:06:26.839"/>
    <p1510:client id="{7C31F7B4-E5EA-4D05-BDBC-1ECE9A0CA0FE}" v="318" dt="2025-11-21T14:41:09.225"/>
    <p1510:client id="{9D0CB4FA-9358-4EAE-9340-9C1A237EE657}" v="4" dt="2025-11-21T14:49:20.557"/>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96" autoAdjust="0"/>
    <p:restoredTop sz="94634"/>
  </p:normalViewPr>
  <p:slideViewPr>
    <p:cSldViewPr snapToGrid="0">
      <p:cViewPr varScale="1">
        <p:scale>
          <a:sx n="90" d="100"/>
          <a:sy n="90" d="100"/>
        </p:scale>
        <p:origin x="278" y="67"/>
      </p:cViewPr>
      <p:guideLst/>
    </p:cSldViewPr>
  </p:slideViewPr>
  <p:notesTextViewPr>
    <p:cViewPr>
      <p:scale>
        <a:sx n="1" d="1"/>
        <a:sy n="1" d="1"/>
      </p:scale>
      <p:origin x="0" y="0"/>
    </p:cViewPr>
  </p:notesTextViewPr>
  <p:sorterViewPr>
    <p:cViewPr varScale="1">
      <p:scale>
        <a:sx n="100" d="100"/>
        <a:sy n="100" d="100"/>
      </p:scale>
      <p:origin x="0" y="-1488"/>
    </p:cViewPr>
  </p:sorterViewPr>
  <p:notesViewPr>
    <p:cSldViewPr snapToGrid="0">
      <p:cViewPr varScale="1">
        <p:scale>
          <a:sx n="73" d="100"/>
          <a:sy n="73" d="100"/>
        </p:scale>
        <p:origin x="2981"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C619B5-F8D5-4897-8D81-E3797A8EAD3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7A9C869-9DCF-4232-AAB7-C5AA35A5C4F4}">
      <dgm:prSet/>
      <dgm:spPr/>
      <dgm:t>
        <a:bodyPr/>
        <a:lstStyle/>
        <a:p>
          <a:r>
            <a:rPr lang="en-US" b="1"/>
            <a:t>Research Question</a:t>
          </a:r>
          <a:r>
            <a:rPr lang="en-US"/>
            <a:t>: How can machine learning models be used to forecast sales for retail stores accurately?</a:t>
          </a:r>
        </a:p>
      </dgm:t>
    </dgm:pt>
    <dgm:pt modelId="{B01AAAA6-D05A-458A-AF55-A254B9CDEC8C}" type="parTrans" cxnId="{82A589A6-CF1C-4F78-8F96-935987579E4F}">
      <dgm:prSet/>
      <dgm:spPr/>
      <dgm:t>
        <a:bodyPr/>
        <a:lstStyle/>
        <a:p>
          <a:endParaRPr lang="en-US"/>
        </a:p>
      </dgm:t>
    </dgm:pt>
    <dgm:pt modelId="{5B8D09AC-F864-4203-85A3-DF91E5AB0E65}" type="sibTrans" cxnId="{82A589A6-CF1C-4F78-8F96-935987579E4F}">
      <dgm:prSet/>
      <dgm:spPr/>
      <dgm:t>
        <a:bodyPr/>
        <a:lstStyle/>
        <a:p>
          <a:endParaRPr lang="en-US"/>
        </a:p>
      </dgm:t>
    </dgm:pt>
    <dgm:pt modelId="{EA31EC69-F856-47AC-9F89-7899E1DE0AD2}">
      <dgm:prSet/>
      <dgm:spPr/>
      <dgm:t>
        <a:bodyPr/>
        <a:lstStyle/>
        <a:p>
          <a:r>
            <a:rPr lang="en-US"/>
            <a:t>Explore the need for predictive models in retail.</a:t>
          </a:r>
        </a:p>
      </dgm:t>
    </dgm:pt>
    <dgm:pt modelId="{83AAE051-EED6-4128-B0F8-12DD4BA72B88}" type="parTrans" cxnId="{6824B174-9CE7-4BF2-BF6C-4F17727B3572}">
      <dgm:prSet/>
      <dgm:spPr/>
      <dgm:t>
        <a:bodyPr/>
        <a:lstStyle/>
        <a:p>
          <a:endParaRPr lang="en-US"/>
        </a:p>
      </dgm:t>
    </dgm:pt>
    <dgm:pt modelId="{3339D225-7747-4689-93E3-8350658C2A9D}" type="sibTrans" cxnId="{6824B174-9CE7-4BF2-BF6C-4F17727B3572}">
      <dgm:prSet/>
      <dgm:spPr/>
      <dgm:t>
        <a:bodyPr/>
        <a:lstStyle/>
        <a:p>
          <a:endParaRPr lang="en-US"/>
        </a:p>
      </dgm:t>
    </dgm:pt>
    <dgm:pt modelId="{8B4C738F-5DFF-4CA2-A5AE-C316D2398BC4}">
      <dgm:prSet/>
      <dgm:spPr/>
      <dgm:t>
        <a:bodyPr/>
        <a:lstStyle/>
        <a:p>
          <a:r>
            <a:rPr lang="en-US"/>
            <a:t>Identify challenges retailers face in demand forecasting.</a:t>
          </a:r>
        </a:p>
      </dgm:t>
    </dgm:pt>
    <dgm:pt modelId="{9D421BBC-6EFD-4791-9CB7-670B93B1348C}" type="parTrans" cxnId="{D36FFC1D-ACC9-439F-93A8-7D471C604A81}">
      <dgm:prSet/>
      <dgm:spPr/>
      <dgm:t>
        <a:bodyPr/>
        <a:lstStyle/>
        <a:p>
          <a:endParaRPr lang="en-US"/>
        </a:p>
      </dgm:t>
    </dgm:pt>
    <dgm:pt modelId="{6DCF6AAC-1182-4280-8D07-F6735F3D69F6}" type="sibTrans" cxnId="{D36FFC1D-ACC9-439F-93A8-7D471C604A81}">
      <dgm:prSet/>
      <dgm:spPr/>
      <dgm:t>
        <a:bodyPr/>
        <a:lstStyle/>
        <a:p>
          <a:endParaRPr lang="en-US"/>
        </a:p>
      </dgm:t>
    </dgm:pt>
    <dgm:pt modelId="{BE4EAB8F-1365-4F93-A223-C36BBCBFA351}">
      <dgm:prSet/>
      <dgm:spPr/>
      <dgm:t>
        <a:bodyPr/>
        <a:lstStyle/>
        <a:p>
          <a:r>
            <a:rPr lang="en-US"/>
            <a:t>Discuss the role of data science in improving sales predictions.</a:t>
          </a:r>
        </a:p>
      </dgm:t>
    </dgm:pt>
    <dgm:pt modelId="{505004FC-418E-4299-9108-FBE02A5F9780}" type="parTrans" cxnId="{4B4EBD5F-0BAB-4E15-ADAA-82C6447D3B6D}">
      <dgm:prSet/>
      <dgm:spPr/>
      <dgm:t>
        <a:bodyPr/>
        <a:lstStyle/>
        <a:p>
          <a:endParaRPr lang="en-US"/>
        </a:p>
      </dgm:t>
    </dgm:pt>
    <dgm:pt modelId="{4B013E14-910A-46C5-A052-F496122A424F}" type="sibTrans" cxnId="{4B4EBD5F-0BAB-4E15-ADAA-82C6447D3B6D}">
      <dgm:prSet/>
      <dgm:spPr/>
      <dgm:t>
        <a:bodyPr/>
        <a:lstStyle/>
        <a:p>
          <a:endParaRPr lang="en-US"/>
        </a:p>
      </dgm:t>
    </dgm:pt>
    <dgm:pt modelId="{75145BBD-606B-4B69-B5B4-97DA5433CD86}">
      <dgm:prSet/>
      <dgm:spPr/>
      <dgm:t>
        <a:bodyPr/>
        <a:lstStyle/>
        <a:p>
          <a:r>
            <a:rPr lang="en-US"/>
            <a:t>Sales prediction models are crucial for efficient inventory management.</a:t>
          </a:r>
        </a:p>
      </dgm:t>
    </dgm:pt>
    <dgm:pt modelId="{CF88B947-C766-4205-83F0-19BFBB05EC93}" type="parTrans" cxnId="{81956EF6-735A-4F40-9685-1BB1CA311303}">
      <dgm:prSet/>
      <dgm:spPr/>
      <dgm:t>
        <a:bodyPr/>
        <a:lstStyle/>
        <a:p>
          <a:endParaRPr lang="en-US"/>
        </a:p>
      </dgm:t>
    </dgm:pt>
    <dgm:pt modelId="{5C802330-9A87-441C-9387-633EC83FCF70}" type="sibTrans" cxnId="{81956EF6-735A-4F40-9685-1BB1CA311303}">
      <dgm:prSet/>
      <dgm:spPr/>
      <dgm:t>
        <a:bodyPr/>
        <a:lstStyle/>
        <a:p>
          <a:endParaRPr lang="en-US"/>
        </a:p>
      </dgm:t>
    </dgm:pt>
    <dgm:pt modelId="{E266830B-1E9A-4A98-A2B2-31520335D4B5}">
      <dgm:prSet/>
      <dgm:spPr/>
      <dgm:t>
        <a:bodyPr/>
        <a:lstStyle/>
        <a:p>
          <a:r>
            <a:rPr lang="en-US"/>
            <a:t>We aim to optimize prediction accuracy using advanced machine learning models.</a:t>
          </a:r>
        </a:p>
      </dgm:t>
    </dgm:pt>
    <dgm:pt modelId="{04828EA5-5B23-4588-80C8-A9BACA30CDA7}" type="parTrans" cxnId="{9F0733C8-2247-4787-8CEA-E9D61809418B}">
      <dgm:prSet/>
      <dgm:spPr/>
      <dgm:t>
        <a:bodyPr/>
        <a:lstStyle/>
        <a:p>
          <a:endParaRPr lang="en-US"/>
        </a:p>
      </dgm:t>
    </dgm:pt>
    <dgm:pt modelId="{583ED5D5-000F-46F0-AA80-38350E000E08}" type="sibTrans" cxnId="{9F0733C8-2247-4787-8CEA-E9D61809418B}">
      <dgm:prSet/>
      <dgm:spPr/>
      <dgm:t>
        <a:bodyPr/>
        <a:lstStyle/>
        <a:p>
          <a:endParaRPr lang="en-US"/>
        </a:p>
      </dgm:t>
    </dgm:pt>
    <dgm:pt modelId="{59866C64-3DFC-45D2-97BA-766D3F34569B}">
      <dgm:prSet/>
      <dgm:spPr/>
      <dgm:t>
        <a:bodyPr/>
        <a:lstStyle/>
        <a:p>
          <a:r>
            <a:rPr lang="en-US"/>
            <a:t>This research is key to helping retail businesses reduce excess inventory and stockouts.</a:t>
          </a:r>
        </a:p>
      </dgm:t>
    </dgm:pt>
    <dgm:pt modelId="{FF9F833A-4914-4476-BE09-497D8C3811C2}" type="parTrans" cxnId="{491E57EE-EE23-4946-97A1-4506C3D7019E}">
      <dgm:prSet/>
      <dgm:spPr/>
      <dgm:t>
        <a:bodyPr/>
        <a:lstStyle/>
        <a:p>
          <a:endParaRPr lang="en-US"/>
        </a:p>
      </dgm:t>
    </dgm:pt>
    <dgm:pt modelId="{0C9A3296-4939-4F42-A9FC-87FBA5E3B417}" type="sibTrans" cxnId="{491E57EE-EE23-4946-97A1-4506C3D7019E}">
      <dgm:prSet/>
      <dgm:spPr/>
      <dgm:t>
        <a:bodyPr/>
        <a:lstStyle/>
        <a:p>
          <a:endParaRPr lang="en-US"/>
        </a:p>
      </dgm:t>
    </dgm:pt>
    <dgm:pt modelId="{C1EAFC40-50CB-4C1A-80A4-6BA245B7A1A7}" type="pres">
      <dgm:prSet presAssocID="{32C619B5-F8D5-4897-8D81-E3797A8EAD3E}" presName="linear" presStyleCnt="0">
        <dgm:presLayoutVars>
          <dgm:animLvl val="lvl"/>
          <dgm:resizeHandles val="exact"/>
        </dgm:presLayoutVars>
      </dgm:prSet>
      <dgm:spPr/>
    </dgm:pt>
    <dgm:pt modelId="{47F2D214-8CBF-4051-A021-8896ECE8E1C3}" type="pres">
      <dgm:prSet presAssocID="{97A9C869-9DCF-4232-AAB7-C5AA35A5C4F4}" presName="parentText" presStyleLbl="node1" presStyleIdx="0" presStyleCnt="1">
        <dgm:presLayoutVars>
          <dgm:chMax val="0"/>
          <dgm:bulletEnabled val="1"/>
        </dgm:presLayoutVars>
      </dgm:prSet>
      <dgm:spPr/>
    </dgm:pt>
    <dgm:pt modelId="{8001BF50-2922-4983-9DCD-44C886E5C367}" type="pres">
      <dgm:prSet presAssocID="{97A9C869-9DCF-4232-AAB7-C5AA35A5C4F4}" presName="childText" presStyleLbl="revTx" presStyleIdx="0" presStyleCnt="1">
        <dgm:presLayoutVars>
          <dgm:bulletEnabled val="1"/>
        </dgm:presLayoutVars>
      </dgm:prSet>
      <dgm:spPr/>
    </dgm:pt>
  </dgm:ptLst>
  <dgm:cxnLst>
    <dgm:cxn modelId="{3F98A303-731D-4C60-8D14-DC4436310507}" type="presOf" srcId="{EA31EC69-F856-47AC-9F89-7899E1DE0AD2}" destId="{8001BF50-2922-4983-9DCD-44C886E5C367}" srcOrd="0" destOrd="0" presId="urn:microsoft.com/office/officeart/2005/8/layout/vList2"/>
    <dgm:cxn modelId="{353B9906-D42A-4377-99E7-F15A9EA16104}" type="presOf" srcId="{BE4EAB8F-1365-4F93-A223-C36BBCBFA351}" destId="{8001BF50-2922-4983-9DCD-44C886E5C367}" srcOrd="0" destOrd="2" presId="urn:microsoft.com/office/officeart/2005/8/layout/vList2"/>
    <dgm:cxn modelId="{D36FFC1D-ACC9-439F-93A8-7D471C604A81}" srcId="{97A9C869-9DCF-4232-AAB7-C5AA35A5C4F4}" destId="{8B4C738F-5DFF-4CA2-A5AE-C316D2398BC4}" srcOrd="1" destOrd="0" parTransId="{9D421BBC-6EFD-4791-9CB7-670B93B1348C}" sibTransId="{6DCF6AAC-1182-4280-8D07-F6735F3D69F6}"/>
    <dgm:cxn modelId="{C453E239-E61F-4C7B-873A-A957AD61FB09}" type="presOf" srcId="{59866C64-3DFC-45D2-97BA-766D3F34569B}" destId="{8001BF50-2922-4983-9DCD-44C886E5C367}" srcOrd="0" destOrd="5" presId="urn:microsoft.com/office/officeart/2005/8/layout/vList2"/>
    <dgm:cxn modelId="{9B4EF45B-A78B-4A4D-9E45-9F3F82DF4647}" type="presOf" srcId="{E266830B-1E9A-4A98-A2B2-31520335D4B5}" destId="{8001BF50-2922-4983-9DCD-44C886E5C367}" srcOrd="0" destOrd="4" presId="urn:microsoft.com/office/officeart/2005/8/layout/vList2"/>
    <dgm:cxn modelId="{4B4EBD5F-0BAB-4E15-ADAA-82C6447D3B6D}" srcId="{97A9C869-9DCF-4232-AAB7-C5AA35A5C4F4}" destId="{BE4EAB8F-1365-4F93-A223-C36BBCBFA351}" srcOrd="2" destOrd="0" parTransId="{505004FC-418E-4299-9108-FBE02A5F9780}" sibTransId="{4B013E14-910A-46C5-A052-F496122A424F}"/>
    <dgm:cxn modelId="{6824B174-9CE7-4BF2-BF6C-4F17727B3572}" srcId="{97A9C869-9DCF-4232-AAB7-C5AA35A5C4F4}" destId="{EA31EC69-F856-47AC-9F89-7899E1DE0AD2}" srcOrd="0" destOrd="0" parTransId="{83AAE051-EED6-4128-B0F8-12DD4BA72B88}" sibTransId="{3339D225-7747-4689-93E3-8350658C2A9D}"/>
    <dgm:cxn modelId="{974FC958-312E-4235-B401-0B1DE2919F8A}" type="presOf" srcId="{75145BBD-606B-4B69-B5B4-97DA5433CD86}" destId="{8001BF50-2922-4983-9DCD-44C886E5C367}" srcOrd="0" destOrd="3" presId="urn:microsoft.com/office/officeart/2005/8/layout/vList2"/>
    <dgm:cxn modelId="{82A589A6-CF1C-4F78-8F96-935987579E4F}" srcId="{32C619B5-F8D5-4897-8D81-E3797A8EAD3E}" destId="{97A9C869-9DCF-4232-AAB7-C5AA35A5C4F4}" srcOrd="0" destOrd="0" parTransId="{B01AAAA6-D05A-458A-AF55-A254B9CDEC8C}" sibTransId="{5B8D09AC-F864-4203-85A3-DF91E5AB0E65}"/>
    <dgm:cxn modelId="{112D82A7-7C39-4FEC-9E92-488F068F19B1}" type="presOf" srcId="{32C619B5-F8D5-4897-8D81-E3797A8EAD3E}" destId="{C1EAFC40-50CB-4C1A-80A4-6BA245B7A1A7}" srcOrd="0" destOrd="0" presId="urn:microsoft.com/office/officeart/2005/8/layout/vList2"/>
    <dgm:cxn modelId="{9F0733C8-2247-4787-8CEA-E9D61809418B}" srcId="{97A9C869-9DCF-4232-AAB7-C5AA35A5C4F4}" destId="{E266830B-1E9A-4A98-A2B2-31520335D4B5}" srcOrd="4" destOrd="0" parTransId="{04828EA5-5B23-4588-80C8-A9BACA30CDA7}" sibTransId="{583ED5D5-000F-46F0-AA80-38350E000E08}"/>
    <dgm:cxn modelId="{0AF7B0D5-FB70-4D40-A939-37F64A9862BE}" type="presOf" srcId="{8B4C738F-5DFF-4CA2-A5AE-C316D2398BC4}" destId="{8001BF50-2922-4983-9DCD-44C886E5C367}" srcOrd="0" destOrd="1" presId="urn:microsoft.com/office/officeart/2005/8/layout/vList2"/>
    <dgm:cxn modelId="{491E57EE-EE23-4946-97A1-4506C3D7019E}" srcId="{97A9C869-9DCF-4232-AAB7-C5AA35A5C4F4}" destId="{59866C64-3DFC-45D2-97BA-766D3F34569B}" srcOrd="5" destOrd="0" parTransId="{FF9F833A-4914-4476-BE09-497D8C3811C2}" sibTransId="{0C9A3296-4939-4F42-A9FC-87FBA5E3B417}"/>
    <dgm:cxn modelId="{FDE1CCEF-FF96-426D-A4A6-157D311C32F9}" type="presOf" srcId="{97A9C869-9DCF-4232-AAB7-C5AA35A5C4F4}" destId="{47F2D214-8CBF-4051-A021-8896ECE8E1C3}" srcOrd="0" destOrd="0" presId="urn:microsoft.com/office/officeart/2005/8/layout/vList2"/>
    <dgm:cxn modelId="{81956EF6-735A-4F40-9685-1BB1CA311303}" srcId="{97A9C869-9DCF-4232-AAB7-C5AA35A5C4F4}" destId="{75145BBD-606B-4B69-B5B4-97DA5433CD86}" srcOrd="3" destOrd="0" parTransId="{CF88B947-C766-4205-83F0-19BFBB05EC93}" sibTransId="{5C802330-9A87-441C-9387-633EC83FCF70}"/>
    <dgm:cxn modelId="{00CF8DA4-A0DE-4C1E-8BFA-A3A45A4ED79D}" type="presParOf" srcId="{C1EAFC40-50CB-4C1A-80A4-6BA245B7A1A7}" destId="{47F2D214-8CBF-4051-A021-8896ECE8E1C3}" srcOrd="0" destOrd="0" presId="urn:microsoft.com/office/officeart/2005/8/layout/vList2"/>
    <dgm:cxn modelId="{2D7B950C-7AE2-46A2-99D4-E810FBB260F6}" type="presParOf" srcId="{C1EAFC40-50CB-4C1A-80A4-6BA245B7A1A7}" destId="{8001BF50-2922-4983-9DCD-44C886E5C36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C80564-D8DA-42A1-BCBD-A0350C603A90}"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21EBDDEA-73AC-428D-858F-B293EA525DC1}">
      <dgm:prSet/>
      <dgm:spPr/>
      <dgm:t>
        <a:bodyPr/>
        <a:lstStyle/>
        <a:p>
          <a:r>
            <a:rPr lang="en-US"/>
            <a:t>Machine learning has proven beneficial for retail sales prediction.</a:t>
          </a:r>
        </a:p>
      </dgm:t>
    </dgm:pt>
    <dgm:pt modelId="{9D5EC4A2-C33A-4DA0-B65F-6F4050104F11}" type="parTrans" cxnId="{68620915-BBBC-47F3-AA00-EAA0E9595CCF}">
      <dgm:prSet/>
      <dgm:spPr/>
      <dgm:t>
        <a:bodyPr/>
        <a:lstStyle/>
        <a:p>
          <a:endParaRPr lang="en-US"/>
        </a:p>
      </dgm:t>
    </dgm:pt>
    <dgm:pt modelId="{045D93D4-C5EB-4272-87B5-A0768F2C55B3}" type="sibTrans" cxnId="{68620915-BBBC-47F3-AA00-EAA0E9595CCF}">
      <dgm:prSet/>
      <dgm:spPr/>
      <dgm:t>
        <a:bodyPr/>
        <a:lstStyle/>
        <a:p>
          <a:endParaRPr lang="en-US"/>
        </a:p>
      </dgm:t>
    </dgm:pt>
    <dgm:pt modelId="{C68015C8-4989-4BDE-BBFA-94AFAC672757}">
      <dgm:prSet/>
      <dgm:spPr/>
      <dgm:t>
        <a:bodyPr/>
        <a:lstStyle/>
        <a:p>
          <a:r>
            <a:rPr lang="en-US"/>
            <a:t>Time-series forecasting techniques, such as ARIMA, were traditionally used.</a:t>
          </a:r>
        </a:p>
      </dgm:t>
    </dgm:pt>
    <dgm:pt modelId="{D8510A93-28BD-406E-88FA-94611CCDB599}" type="parTrans" cxnId="{B6B5D061-F39B-4FFE-9D7F-C9555D24E196}">
      <dgm:prSet/>
      <dgm:spPr/>
      <dgm:t>
        <a:bodyPr/>
        <a:lstStyle/>
        <a:p>
          <a:endParaRPr lang="en-US"/>
        </a:p>
      </dgm:t>
    </dgm:pt>
    <dgm:pt modelId="{96FF3496-7637-45C5-AAB1-B4479B379FF6}" type="sibTrans" cxnId="{B6B5D061-F39B-4FFE-9D7F-C9555D24E196}">
      <dgm:prSet/>
      <dgm:spPr/>
      <dgm:t>
        <a:bodyPr/>
        <a:lstStyle/>
        <a:p>
          <a:endParaRPr lang="en-US"/>
        </a:p>
      </dgm:t>
    </dgm:pt>
    <dgm:pt modelId="{52A81C05-37C2-4AE0-9BC3-67C9D85FD792}">
      <dgm:prSet/>
      <dgm:spPr/>
      <dgm:t>
        <a:bodyPr/>
        <a:lstStyle/>
        <a:p>
          <a:r>
            <a:rPr lang="en-US"/>
            <a:t>However, modern techniques like Random Forest, XGBoost, and LSTM have shown better accuracy.</a:t>
          </a:r>
        </a:p>
      </dgm:t>
    </dgm:pt>
    <dgm:pt modelId="{C5987193-E516-49D8-B61C-FE8B525E8BD0}" type="parTrans" cxnId="{D3184783-3ACF-432E-983D-2F06329892BD}">
      <dgm:prSet/>
      <dgm:spPr/>
      <dgm:t>
        <a:bodyPr/>
        <a:lstStyle/>
        <a:p>
          <a:endParaRPr lang="en-US"/>
        </a:p>
      </dgm:t>
    </dgm:pt>
    <dgm:pt modelId="{C34934AD-9224-4094-A399-AF41F36C6FE9}" type="sibTrans" cxnId="{D3184783-3ACF-432E-983D-2F06329892BD}">
      <dgm:prSet/>
      <dgm:spPr/>
      <dgm:t>
        <a:bodyPr/>
        <a:lstStyle/>
        <a:p>
          <a:endParaRPr lang="en-US"/>
        </a:p>
      </dgm:t>
    </dgm:pt>
    <dgm:pt modelId="{D10DAD2F-8B45-4DE5-B9F4-D268A5B0FD96}">
      <dgm:prSet/>
      <dgm:spPr/>
      <dgm:t>
        <a:bodyPr/>
        <a:lstStyle/>
        <a:p>
          <a:r>
            <a:rPr lang="en-US"/>
            <a:t>Previous research highlights the need for more data-driven approaches in retail forecasting.</a:t>
          </a:r>
        </a:p>
      </dgm:t>
    </dgm:pt>
    <dgm:pt modelId="{A6E0DC1E-6A13-42D7-A815-50DA0230076F}" type="parTrans" cxnId="{634C74D2-BB84-4ED1-933F-D7768232C807}">
      <dgm:prSet/>
      <dgm:spPr/>
      <dgm:t>
        <a:bodyPr/>
        <a:lstStyle/>
        <a:p>
          <a:endParaRPr lang="en-US"/>
        </a:p>
      </dgm:t>
    </dgm:pt>
    <dgm:pt modelId="{CC82ACC3-67A0-4729-969B-7D5EF7B70114}" type="sibTrans" cxnId="{634C74D2-BB84-4ED1-933F-D7768232C807}">
      <dgm:prSet/>
      <dgm:spPr/>
      <dgm:t>
        <a:bodyPr/>
        <a:lstStyle/>
        <a:p>
          <a:endParaRPr lang="en-US"/>
        </a:p>
      </dgm:t>
    </dgm:pt>
    <dgm:pt modelId="{B61A81AE-D288-4628-8189-1388FE4103EE}">
      <dgm:prSet/>
      <dgm:spPr/>
      <dgm:t>
        <a:bodyPr/>
        <a:lstStyle/>
        <a:p>
          <a:r>
            <a:rPr lang="en-US"/>
            <a:t>Studies have proven the value of demand forecasting in reducing inventory costs.</a:t>
          </a:r>
        </a:p>
      </dgm:t>
    </dgm:pt>
    <dgm:pt modelId="{C627798E-43DF-4133-A48D-2F9DF72F31C1}" type="parTrans" cxnId="{C7F03C74-6407-4573-BFAE-FC01031AF4E5}">
      <dgm:prSet/>
      <dgm:spPr/>
      <dgm:t>
        <a:bodyPr/>
        <a:lstStyle/>
        <a:p>
          <a:endParaRPr lang="en-US"/>
        </a:p>
      </dgm:t>
    </dgm:pt>
    <dgm:pt modelId="{B66534E5-754F-47A5-8FF3-FC5593B68134}" type="sibTrans" cxnId="{C7F03C74-6407-4573-BFAE-FC01031AF4E5}">
      <dgm:prSet/>
      <dgm:spPr/>
      <dgm:t>
        <a:bodyPr/>
        <a:lstStyle/>
        <a:p>
          <a:endParaRPr lang="en-US"/>
        </a:p>
      </dgm:t>
    </dgm:pt>
    <dgm:pt modelId="{D3B28FF3-0E8B-4117-A6B2-96FD20DBC991}">
      <dgm:prSet/>
      <dgm:spPr/>
      <dgm:t>
        <a:bodyPr/>
        <a:lstStyle/>
        <a:p>
          <a:r>
            <a:rPr lang="en-US"/>
            <a:t>A blend of traditional and machine learning models is being explored.</a:t>
          </a:r>
        </a:p>
      </dgm:t>
    </dgm:pt>
    <dgm:pt modelId="{DD391B93-2AE9-4550-8E2E-D6CD1363EECC}" type="parTrans" cxnId="{C9E6A1C0-59CC-4284-815A-C1E4CE9555E0}">
      <dgm:prSet/>
      <dgm:spPr/>
      <dgm:t>
        <a:bodyPr/>
        <a:lstStyle/>
        <a:p>
          <a:endParaRPr lang="en-US"/>
        </a:p>
      </dgm:t>
    </dgm:pt>
    <dgm:pt modelId="{EE010A3D-3CC6-457A-9E2D-242DAAD2D5A0}" type="sibTrans" cxnId="{C9E6A1C0-59CC-4284-815A-C1E4CE9555E0}">
      <dgm:prSet/>
      <dgm:spPr/>
      <dgm:t>
        <a:bodyPr/>
        <a:lstStyle/>
        <a:p>
          <a:endParaRPr lang="en-US"/>
        </a:p>
      </dgm:t>
    </dgm:pt>
    <dgm:pt modelId="{C4758BE7-7921-4751-9E73-6C450DBDA8A5}" type="pres">
      <dgm:prSet presAssocID="{31C80564-D8DA-42A1-BCBD-A0350C603A90}" presName="diagram" presStyleCnt="0">
        <dgm:presLayoutVars>
          <dgm:dir/>
          <dgm:resizeHandles val="exact"/>
        </dgm:presLayoutVars>
      </dgm:prSet>
      <dgm:spPr/>
    </dgm:pt>
    <dgm:pt modelId="{DF8BD138-156F-4E55-95B1-65613DE1A0C9}" type="pres">
      <dgm:prSet presAssocID="{21EBDDEA-73AC-428D-858F-B293EA525DC1}" presName="node" presStyleLbl="node1" presStyleIdx="0" presStyleCnt="6">
        <dgm:presLayoutVars>
          <dgm:bulletEnabled val="1"/>
        </dgm:presLayoutVars>
      </dgm:prSet>
      <dgm:spPr/>
    </dgm:pt>
    <dgm:pt modelId="{2561801D-0E06-40DC-8849-D6ECCE9C77CF}" type="pres">
      <dgm:prSet presAssocID="{045D93D4-C5EB-4272-87B5-A0768F2C55B3}" presName="sibTrans" presStyleCnt="0"/>
      <dgm:spPr/>
    </dgm:pt>
    <dgm:pt modelId="{6A916CF4-7807-4B62-AB6D-D6DEAB49A5C1}" type="pres">
      <dgm:prSet presAssocID="{C68015C8-4989-4BDE-BBFA-94AFAC672757}" presName="node" presStyleLbl="node1" presStyleIdx="1" presStyleCnt="6">
        <dgm:presLayoutVars>
          <dgm:bulletEnabled val="1"/>
        </dgm:presLayoutVars>
      </dgm:prSet>
      <dgm:spPr/>
    </dgm:pt>
    <dgm:pt modelId="{826FCF23-519E-4977-A1FC-0B6F5E1342C3}" type="pres">
      <dgm:prSet presAssocID="{96FF3496-7637-45C5-AAB1-B4479B379FF6}" presName="sibTrans" presStyleCnt="0"/>
      <dgm:spPr/>
    </dgm:pt>
    <dgm:pt modelId="{F96D3D37-02FA-4A61-8501-FB1D284BA0BA}" type="pres">
      <dgm:prSet presAssocID="{52A81C05-37C2-4AE0-9BC3-67C9D85FD792}" presName="node" presStyleLbl="node1" presStyleIdx="2" presStyleCnt="6">
        <dgm:presLayoutVars>
          <dgm:bulletEnabled val="1"/>
        </dgm:presLayoutVars>
      </dgm:prSet>
      <dgm:spPr/>
    </dgm:pt>
    <dgm:pt modelId="{97771F8E-A635-41A1-8BD4-8647C7D3BE66}" type="pres">
      <dgm:prSet presAssocID="{C34934AD-9224-4094-A399-AF41F36C6FE9}" presName="sibTrans" presStyleCnt="0"/>
      <dgm:spPr/>
    </dgm:pt>
    <dgm:pt modelId="{AA28ED6A-43E9-4082-9B09-E5DF42FAE9BB}" type="pres">
      <dgm:prSet presAssocID="{D10DAD2F-8B45-4DE5-B9F4-D268A5B0FD96}" presName="node" presStyleLbl="node1" presStyleIdx="3" presStyleCnt="6">
        <dgm:presLayoutVars>
          <dgm:bulletEnabled val="1"/>
        </dgm:presLayoutVars>
      </dgm:prSet>
      <dgm:spPr/>
    </dgm:pt>
    <dgm:pt modelId="{5843E862-36AF-492F-87F9-D7EF1A1F3F37}" type="pres">
      <dgm:prSet presAssocID="{CC82ACC3-67A0-4729-969B-7D5EF7B70114}" presName="sibTrans" presStyleCnt="0"/>
      <dgm:spPr/>
    </dgm:pt>
    <dgm:pt modelId="{FC953100-6217-4FF9-B358-154C71FB0E60}" type="pres">
      <dgm:prSet presAssocID="{B61A81AE-D288-4628-8189-1388FE4103EE}" presName="node" presStyleLbl="node1" presStyleIdx="4" presStyleCnt="6">
        <dgm:presLayoutVars>
          <dgm:bulletEnabled val="1"/>
        </dgm:presLayoutVars>
      </dgm:prSet>
      <dgm:spPr/>
    </dgm:pt>
    <dgm:pt modelId="{80CCFD72-14A9-4D8E-B9EA-44188AA0A96E}" type="pres">
      <dgm:prSet presAssocID="{B66534E5-754F-47A5-8FF3-FC5593B68134}" presName="sibTrans" presStyleCnt="0"/>
      <dgm:spPr/>
    </dgm:pt>
    <dgm:pt modelId="{C048C937-FD33-4D0F-851C-719066486034}" type="pres">
      <dgm:prSet presAssocID="{D3B28FF3-0E8B-4117-A6B2-96FD20DBC991}" presName="node" presStyleLbl="node1" presStyleIdx="5" presStyleCnt="6">
        <dgm:presLayoutVars>
          <dgm:bulletEnabled val="1"/>
        </dgm:presLayoutVars>
      </dgm:prSet>
      <dgm:spPr/>
    </dgm:pt>
  </dgm:ptLst>
  <dgm:cxnLst>
    <dgm:cxn modelId="{EFD07B14-B0F7-4117-B42F-A28EB0CD510F}" type="presOf" srcId="{D3B28FF3-0E8B-4117-A6B2-96FD20DBC991}" destId="{C048C937-FD33-4D0F-851C-719066486034}" srcOrd="0" destOrd="0" presId="urn:microsoft.com/office/officeart/2005/8/layout/default"/>
    <dgm:cxn modelId="{68620915-BBBC-47F3-AA00-EAA0E9595CCF}" srcId="{31C80564-D8DA-42A1-BCBD-A0350C603A90}" destId="{21EBDDEA-73AC-428D-858F-B293EA525DC1}" srcOrd="0" destOrd="0" parTransId="{9D5EC4A2-C33A-4DA0-B65F-6F4050104F11}" sibTransId="{045D93D4-C5EB-4272-87B5-A0768F2C55B3}"/>
    <dgm:cxn modelId="{B6B5D061-F39B-4FFE-9D7F-C9555D24E196}" srcId="{31C80564-D8DA-42A1-BCBD-A0350C603A90}" destId="{C68015C8-4989-4BDE-BBFA-94AFAC672757}" srcOrd="1" destOrd="0" parTransId="{D8510A93-28BD-406E-88FA-94611CCDB599}" sibTransId="{96FF3496-7637-45C5-AAB1-B4479B379FF6}"/>
    <dgm:cxn modelId="{C7F03C74-6407-4573-BFAE-FC01031AF4E5}" srcId="{31C80564-D8DA-42A1-BCBD-A0350C603A90}" destId="{B61A81AE-D288-4628-8189-1388FE4103EE}" srcOrd="4" destOrd="0" parTransId="{C627798E-43DF-4133-A48D-2F9DF72F31C1}" sibTransId="{B66534E5-754F-47A5-8FF3-FC5593B68134}"/>
    <dgm:cxn modelId="{D3184783-3ACF-432E-983D-2F06329892BD}" srcId="{31C80564-D8DA-42A1-BCBD-A0350C603A90}" destId="{52A81C05-37C2-4AE0-9BC3-67C9D85FD792}" srcOrd="2" destOrd="0" parTransId="{C5987193-E516-49D8-B61C-FE8B525E8BD0}" sibTransId="{C34934AD-9224-4094-A399-AF41F36C6FE9}"/>
    <dgm:cxn modelId="{A56FCC8E-15A9-49D6-A136-FCC70DD520BF}" type="presOf" srcId="{21EBDDEA-73AC-428D-858F-B293EA525DC1}" destId="{DF8BD138-156F-4E55-95B1-65613DE1A0C9}" srcOrd="0" destOrd="0" presId="urn:microsoft.com/office/officeart/2005/8/layout/default"/>
    <dgm:cxn modelId="{C9E6A1C0-59CC-4284-815A-C1E4CE9555E0}" srcId="{31C80564-D8DA-42A1-BCBD-A0350C603A90}" destId="{D3B28FF3-0E8B-4117-A6B2-96FD20DBC991}" srcOrd="5" destOrd="0" parTransId="{DD391B93-2AE9-4550-8E2E-D6CD1363EECC}" sibTransId="{EE010A3D-3CC6-457A-9E2D-242DAAD2D5A0}"/>
    <dgm:cxn modelId="{D475BDC5-C339-470C-B734-4F0882B685A0}" type="presOf" srcId="{52A81C05-37C2-4AE0-9BC3-67C9D85FD792}" destId="{F96D3D37-02FA-4A61-8501-FB1D284BA0BA}" srcOrd="0" destOrd="0" presId="urn:microsoft.com/office/officeart/2005/8/layout/default"/>
    <dgm:cxn modelId="{634C74D2-BB84-4ED1-933F-D7768232C807}" srcId="{31C80564-D8DA-42A1-BCBD-A0350C603A90}" destId="{D10DAD2F-8B45-4DE5-B9F4-D268A5B0FD96}" srcOrd="3" destOrd="0" parTransId="{A6E0DC1E-6A13-42D7-A815-50DA0230076F}" sibTransId="{CC82ACC3-67A0-4729-969B-7D5EF7B70114}"/>
    <dgm:cxn modelId="{C993BBDB-561C-41D7-88D1-422222D80B4E}" type="presOf" srcId="{D10DAD2F-8B45-4DE5-B9F4-D268A5B0FD96}" destId="{AA28ED6A-43E9-4082-9B09-E5DF42FAE9BB}" srcOrd="0" destOrd="0" presId="urn:microsoft.com/office/officeart/2005/8/layout/default"/>
    <dgm:cxn modelId="{4FDEA2E6-EE2F-47B6-88E5-BA4123A98EC2}" type="presOf" srcId="{B61A81AE-D288-4628-8189-1388FE4103EE}" destId="{FC953100-6217-4FF9-B358-154C71FB0E60}" srcOrd="0" destOrd="0" presId="urn:microsoft.com/office/officeart/2005/8/layout/default"/>
    <dgm:cxn modelId="{404C31EA-94B8-4B40-980D-D33DD6B207BC}" type="presOf" srcId="{C68015C8-4989-4BDE-BBFA-94AFAC672757}" destId="{6A916CF4-7807-4B62-AB6D-D6DEAB49A5C1}" srcOrd="0" destOrd="0" presId="urn:microsoft.com/office/officeart/2005/8/layout/default"/>
    <dgm:cxn modelId="{C9AA84EE-4799-4FB9-871C-1AEFF2A2A7CD}" type="presOf" srcId="{31C80564-D8DA-42A1-BCBD-A0350C603A90}" destId="{C4758BE7-7921-4751-9E73-6C450DBDA8A5}" srcOrd="0" destOrd="0" presId="urn:microsoft.com/office/officeart/2005/8/layout/default"/>
    <dgm:cxn modelId="{9B2E55F2-FD4E-4269-BFD1-01238C63EFCF}" type="presParOf" srcId="{C4758BE7-7921-4751-9E73-6C450DBDA8A5}" destId="{DF8BD138-156F-4E55-95B1-65613DE1A0C9}" srcOrd="0" destOrd="0" presId="urn:microsoft.com/office/officeart/2005/8/layout/default"/>
    <dgm:cxn modelId="{C2279875-FA18-4B59-936C-F60AA5545F2D}" type="presParOf" srcId="{C4758BE7-7921-4751-9E73-6C450DBDA8A5}" destId="{2561801D-0E06-40DC-8849-D6ECCE9C77CF}" srcOrd="1" destOrd="0" presId="urn:microsoft.com/office/officeart/2005/8/layout/default"/>
    <dgm:cxn modelId="{7DD642A0-132B-49FD-AEF8-910DB7888DB2}" type="presParOf" srcId="{C4758BE7-7921-4751-9E73-6C450DBDA8A5}" destId="{6A916CF4-7807-4B62-AB6D-D6DEAB49A5C1}" srcOrd="2" destOrd="0" presId="urn:microsoft.com/office/officeart/2005/8/layout/default"/>
    <dgm:cxn modelId="{553FED5D-D9B1-4966-A6D7-6E2C23698BA1}" type="presParOf" srcId="{C4758BE7-7921-4751-9E73-6C450DBDA8A5}" destId="{826FCF23-519E-4977-A1FC-0B6F5E1342C3}" srcOrd="3" destOrd="0" presId="urn:microsoft.com/office/officeart/2005/8/layout/default"/>
    <dgm:cxn modelId="{5871C9D5-35AC-43C4-8EAD-17172FDCE08A}" type="presParOf" srcId="{C4758BE7-7921-4751-9E73-6C450DBDA8A5}" destId="{F96D3D37-02FA-4A61-8501-FB1D284BA0BA}" srcOrd="4" destOrd="0" presId="urn:microsoft.com/office/officeart/2005/8/layout/default"/>
    <dgm:cxn modelId="{7B255A22-0A42-4AE4-9C81-57B1E4F683DD}" type="presParOf" srcId="{C4758BE7-7921-4751-9E73-6C450DBDA8A5}" destId="{97771F8E-A635-41A1-8BD4-8647C7D3BE66}" srcOrd="5" destOrd="0" presId="urn:microsoft.com/office/officeart/2005/8/layout/default"/>
    <dgm:cxn modelId="{68896376-78A9-401C-B639-6D6E934B96A3}" type="presParOf" srcId="{C4758BE7-7921-4751-9E73-6C450DBDA8A5}" destId="{AA28ED6A-43E9-4082-9B09-E5DF42FAE9BB}" srcOrd="6" destOrd="0" presId="urn:microsoft.com/office/officeart/2005/8/layout/default"/>
    <dgm:cxn modelId="{42C3D1FF-31C8-4208-BD80-DB8DAEE777F4}" type="presParOf" srcId="{C4758BE7-7921-4751-9E73-6C450DBDA8A5}" destId="{5843E862-36AF-492F-87F9-D7EF1A1F3F37}" srcOrd="7" destOrd="0" presId="urn:microsoft.com/office/officeart/2005/8/layout/default"/>
    <dgm:cxn modelId="{93438D2F-FC88-4827-B254-4354325458F5}" type="presParOf" srcId="{C4758BE7-7921-4751-9E73-6C450DBDA8A5}" destId="{FC953100-6217-4FF9-B358-154C71FB0E60}" srcOrd="8" destOrd="0" presId="urn:microsoft.com/office/officeart/2005/8/layout/default"/>
    <dgm:cxn modelId="{F99834CA-8288-45AB-94B6-9B006EECD15A}" type="presParOf" srcId="{C4758BE7-7921-4751-9E73-6C450DBDA8A5}" destId="{80CCFD72-14A9-4D8E-B9EA-44188AA0A96E}" srcOrd="9" destOrd="0" presId="urn:microsoft.com/office/officeart/2005/8/layout/default"/>
    <dgm:cxn modelId="{9F3553BC-7BD4-4886-B9EC-D5A71181C6A6}" type="presParOf" srcId="{C4758BE7-7921-4751-9E73-6C450DBDA8A5}" destId="{C048C937-FD33-4D0F-851C-719066486034}"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7D484B-69CB-4F6F-89D3-CB37E7D5BC1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CE54D34-9D41-4924-B76B-1C404A6A0DE0}">
      <dgm:prSet/>
      <dgm:spPr/>
      <dgm:t>
        <a:bodyPr/>
        <a:lstStyle/>
        <a:p>
          <a:r>
            <a:rPr lang="en-US" b="1"/>
            <a:t>Dataset</a:t>
          </a:r>
          <a:r>
            <a:rPr lang="en-US"/>
            <a:t>: Kaggle's </a:t>
          </a:r>
          <a:r>
            <a:rPr lang="en-US" i="1"/>
            <a:t>Store Item Demand Forecasting Challenge</a:t>
          </a:r>
          <a:r>
            <a:rPr lang="en-US"/>
            <a:t>.</a:t>
          </a:r>
        </a:p>
      </dgm:t>
    </dgm:pt>
    <dgm:pt modelId="{91996F21-3B47-4089-9571-E3D6FD389DF8}" type="parTrans" cxnId="{3A3099ED-B8A6-4811-885B-94BD0F649F43}">
      <dgm:prSet/>
      <dgm:spPr/>
      <dgm:t>
        <a:bodyPr/>
        <a:lstStyle/>
        <a:p>
          <a:endParaRPr lang="en-US"/>
        </a:p>
      </dgm:t>
    </dgm:pt>
    <dgm:pt modelId="{28240985-E455-444F-B19F-0E969B320651}" type="sibTrans" cxnId="{3A3099ED-B8A6-4811-885B-94BD0F649F43}">
      <dgm:prSet/>
      <dgm:spPr/>
      <dgm:t>
        <a:bodyPr/>
        <a:lstStyle/>
        <a:p>
          <a:endParaRPr lang="en-US"/>
        </a:p>
      </dgm:t>
    </dgm:pt>
    <dgm:pt modelId="{D23A69F2-5D72-43F3-879A-0F57C1AAC54A}">
      <dgm:prSet/>
      <dgm:spPr/>
      <dgm:t>
        <a:bodyPr/>
        <a:lstStyle/>
        <a:p>
          <a:r>
            <a:rPr lang="en-US"/>
            <a:t>Contains 5 years of daily sales data across multiple store locations.</a:t>
          </a:r>
        </a:p>
      </dgm:t>
    </dgm:pt>
    <dgm:pt modelId="{4A5BD6A1-378C-4B24-898A-0BDBAAD114A6}" type="parTrans" cxnId="{0A88A1E1-3E8D-43F6-93C3-681C9A4B1717}">
      <dgm:prSet/>
      <dgm:spPr/>
      <dgm:t>
        <a:bodyPr/>
        <a:lstStyle/>
        <a:p>
          <a:endParaRPr lang="en-US"/>
        </a:p>
      </dgm:t>
    </dgm:pt>
    <dgm:pt modelId="{0C5CAC59-7E7E-4B5B-9F46-949B266964B0}" type="sibTrans" cxnId="{0A88A1E1-3E8D-43F6-93C3-681C9A4B1717}">
      <dgm:prSet/>
      <dgm:spPr/>
      <dgm:t>
        <a:bodyPr/>
        <a:lstStyle/>
        <a:p>
          <a:endParaRPr lang="en-US"/>
        </a:p>
      </dgm:t>
    </dgm:pt>
    <dgm:pt modelId="{0A70A336-113E-40B7-BDA8-9A33955DCF5D}">
      <dgm:prSet/>
      <dgm:spPr/>
      <dgm:t>
        <a:bodyPr/>
        <a:lstStyle/>
        <a:p>
          <a:r>
            <a:rPr lang="en-US"/>
            <a:t>Features: store ID, item ID, sales quantity, date, and promotional info.</a:t>
          </a:r>
        </a:p>
      </dgm:t>
    </dgm:pt>
    <dgm:pt modelId="{0796E65C-32B4-497F-999E-213DF8EAF485}" type="parTrans" cxnId="{550EE831-5B67-4850-84FC-FF5AD64BEE98}">
      <dgm:prSet/>
      <dgm:spPr/>
      <dgm:t>
        <a:bodyPr/>
        <a:lstStyle/>
        <a:p>
          <a:endParaRPr lang="en-US"/>
        </a:p>
      </dgm:t>
    </dgm:pt>
    <dgm:pt modelId="{BB77A5FC-4B2E-411C-8EC2-A7988427ABA4}" type="sibTrans" cxnId="{550EE831-5B67-4850-84FC-FF5AD64BEE98}">
      <dgm:prSet/>
      <dgm:spPr/>
      <dgm:t>
        <a:bodyPr/>
        <a:lstStyle/>
        <a:p>
          <a:endParaRPr lang="en-US"/>
        </a:p>
      </dgm:t>
    </dgm:pt>
    <dgm:pt modelId="{5215EDEE-7C27-468A-9F49-E238760AE1E1}">
      <dgm:prSet/>
      <dgm:spPr/>
      <dgm:t>
        <a:bodyPr/>
        <a:lstStyle/>
        <a:p>
          <a:r>
            <a:rPr lang="en-US"/>
            <a:t>Data is categorized into items, stores, and time periods.</a:t>
          </a:r>
        </a:p>
      </dgm:t>
    </dgm:pt>
    <dgm:pt modelId="{BEFFC731-641E-4B2F-B7B8-8A8C50C36C55}" type="parTrans" cxnId="{ADECA754-B9BA-47F6-BD32-4BD5D572428B}">
      <dgm:prSet/>
      <dgm:spPr/>
      <dgm:t>
        <a:bodyPr/>
        <a:lstStyle/>
        <a:p>
          <a:endParaRPr lang="en-US"/>
        </a:p>
      </dgm:t>
    </dgm:pt>
    <dgm:pt modelId="{BC77F891-9555-4596-BEE9-09C10CB622EC}" type="sibTrans" cxnId="{ADECA754-B9BA-47F6-BD32-4BD5D572428B}">
      <dgm:prSet/>
      <dgm:spPr/>
      <dgm:t>
        <a:bodyPr/>
        <a:lstStyle/>
        <a:p>
          <a:endParaRPr lang="en-US"/>
        </a:p>
      </dgm:t>
    </dgm:pt>
    <dgm:pt modelId="{95697D60-0EB2-4929-AA70-304E5CFE0FBD}">
      <dgm:prSet/>
      <dgm:spPr/>
      <dgm:t>
        <a:bodyPr/>
        <a:lstStyle/>
        <a:p>
          <a:r>
            <a:rPr lang="en-US"/>
            <a:t>Goal: Predict sales for 3 months based on historical data.</a:t>
          </a:r>
        </a:p>
      </dgm:t>
    </dgm:pt>
    <dgm:pt modelId="{05F56FF3-CFAA-4DB2-B675-DD4CFDAC5E68}" type="parTrans" cxnId="{386EF603-5EDC-457C-B90C-B51752BA159F}">
      <dgm:prSet/>
      <dgm:spPr/>
      <dgm:t>
        <a:bodyPr/>
        <a:lstStyle/>
        <a:p>
          <a:endParaRPr lang="en-US"/>
        </a:p>
      </dgm:t>
    </dgm:pt>
    <dgm:pt modelId="{7C0E5C4D-2599-4CEE-8F64-EB82AC970AD7}" type="sibTrans" cxnId="{386EF603-5EDC-457C-B90C-B51752BA159F}">
      <dgm:prSet/>
      <dgm:spPr/>
      <dgm:t>
        <a:bodyPr/>
        <a:lstStyle/>
        <a:p>
          <a:endParaRPr lang="en-US"/>
        </a:p>
      </dgm:t>
    </dgm:pt>
    <dgm:pt modelId="{73840DAE-25DD-4840-BC6A-11A3B1071BCB}">
      <dgm:prSet/>
      <dgm:spPr/>
      <dgm:t>
        <a:bodyPr/>
        <a:lstStyle/>
        <a:p>
          <a:r>
            <a:rPr lang="en-US"/>
            <a:t>Dataset enables machine learning models for time-series analysis and forecasting.</a:t>
          </a:r>
        </a:p>
      </dgm:t>
    </dgm:pt>
    <dgm:pt modelId="{A1F6C9AE-B6CA-4FBC-BD4F-77F3F454CCD1}" type="parTrans" cxnId="{77120EB3-349C-43F2-99FA-E32028021762}">
      <dgm:prSet/>
      <dgm:spPr/>
      <dgm:t>
        <a:bodyPr/>
        <a:lstStyle/>
        <a:p>
          <a:endParaRPr lang="en-US"/>
        </a:p>
      </dgm:t>
    </dgm:pt>
    <dgm:pt modelId="{45EAFB18-D99B-494D-8C7B-5A6F28CA4E0D}" type="sibTrans" cxnId="{77120EB3-349C-43F2-99FA-E32028021762}">
      <dgm:prSet/>
      <dgm:spPr/>
      <dgm:t>
        <a:bodyPr/>
        <a:lstStyle/>
        <a:p>
          <a:endParaRPr lang="en-US"/>
        </a:p>
      </dgm:t>
    </dgm:pt>
    <dgm:pt modelId="{B3230D37-6FB4-41AC-968D-FF66519F07C1}" type="pres">
      <dgm:prSet presAssocID="{747D484B-69CB-4F6F-89D3-CB37E7D5BC1C}" presName="linear" presStyleCnt="0">
        <dgm:presLayoutVars>
          <dgm:animLvl val="lvl"/>
          <dgm:resizeHandles val="exact"/>
        </dgm:presLayoutVars>
      </dgm:prSet>
      <dgm:spPr/>
    </dgm:pt>
    <dgm:pt modelId="{46DB4029-65B7-4889-9F1F-87DED5A977C2}" type="pres">
      <dgm:prSet presAssocID="{ACE54D34-9D41-4924-B76B-1C404A6A0DE0}" presName="parentText" presStyleLbl="node1" presStyleIdx="0" presStyleCnt="1">
        <dgm:presLayoutVars>
          <dgm:chMax val="0"/>
          <dgm:bulletEnabled val="1"/>
        </dgm:presLayoutVars>
      </dgm:prSet>
      <dgm:spPr/>
    </dgm:pt>
    <dgm:pt modelId="{B354D2D0-6AD6-4B42-82B7-49DAEE6F6785}" type="pres">
      <dgm:prSet presAssocID="{ACE54D34-9D41-4924-B76B-1C404A6A0DE0}" presName="childText" presStyleLbl="revTx" presStyleIdx="0" presStyleCnt="1">
        <dgm:presLayoutVars>
          <dgm:bulletEnabled val="1"/>
        </dgm:presLayoutVars>
      </dgm:prSet>
      <dgm:spPr/>
    </dgm:pt>
  </dgm:ptLst>
  <dgm:cxnLst>
    <dgm:cxn modelId="{386EF603-5EDC-457C-B90C-B51752BA159F}" srcId="{ACE54D34-9D41-4924-B76B-1C404A6A0DE0}" destId="{95697D60-0EB2-4929-AA70-304E5CFE0FBD}" srcOrd="3" destOrd="0" parTransId="{05F56FF3-CFAA-4DB2-B675-DD4CFDAC5E68}" sibTransId="{7C0E5C4D-2599-4CEE-8F64-EB82AC970AD7}"/>
    <dgm:cxn modelId="{DD76FD25-8FD9-4DBF-A28B-2C4DAC6F37D1}" type="presOf" srcId="{73840DAE-25DD-4840-BC6A-11A3B1071BCB}" destId="{B354D2D0-6AD6-4B42-82B7-49DAEE6F6785}" srcOrd="0" destOrd="4" presId="urn:microsoft.com/office/officeart/2005/8/layout/vList2"/>
    <dgm:cxn modelId="{550EE831-5B67-4850-84FC-FF5AD64BEE98}" srcId="{ACE54D34-9D41-4924-B76B-1C404A6A0DE0}" destId="{0A70A336-113E-40B7-BDA8-9A33955DCF5D}" srcOrd="1" destOrd="0" parTransId="{0796E65C-32B4-497F-999E-213DF8EAF485}" sibTransId="{BB77A5FC-4B2E-411C-8EC2-A7988427ABA4}"/>
    <dgm:cxn modelId="{9F914A4A-54FB-4C8A-85CE-C889D2C70D21}" type="presOf" srcId="{D23A69F2-5D72-43F3-879A-0F57C1AAC54A}" destId="{B354D2D0-6AD6-4B42-82B7-49DAEE6F6785}" srcOrd="0" destOrd="0" presId="urn:microsoft.com/office/officeart/2005/8/layout/vList2"/>
    <dgm:cxn modelId="{ADECA754-B9BA-47F6-BD32-4BD5D572428B}" srcId="{ACE54D34-9D41-4924-B76B-1C404A6A0DE0}" destId="{5215EDEE-7C27-468A-9F49-E238760AE1E1}" srcOrd="2" destOrd="0" parTransId="{BEFFC731-641E-4B2F-B7B8-8A8C50C36C55}" sibTransId="{BC77F891-9555-4596-BEE9-09C10CB622EC}"/>
    <dgm:cxn modelId="{382B6B77-24BA-4D7A-8183-D01A2389D16C}" type="presOf" srcId="{0A70A336-113E-40B7-BDA8-9A33955DCF5D}" destId="{B354D2D0-6AD6-4B42-82B7-49DAEE6F6785}" srcOrd="0" destOrd="1" presId="urn:microsoft.com/office/officeart/2005/8/layout/vList2"/>
    <dgm:cxn modelId="{B9838291-4C93-43E0-B210-0F8B9FA60FED}" type="presOf" srcId="{5215EDEE-7C27-468A-9F49-E238760AE1E1}" destId="{B354D2D0-6AD6-4B42-82B7-49DAEE6F6785}" srcOrd="0" destOrd="2" presId="urn:microsoft.com/office/officeart/2005/8/layout/vList2"/>
    <dgm:cxn modelId="{77120EB3-349C-43F2-99FA-E32028021762}" srcId="{ACE54D34-9D41-4924-B76B-1C404A6A0DE0}" destId="{73840DAE-25DD-4840-BC6A-11A3B1071BCB}" srcOrd="4" destOrd="0" parTransId="{A1F6C9AE-B6CA-4FBC-BD4F-77F3F454CCD1}" sibTransId="{45EAFB18-D99B-494D-8C7B-5A6F28CA4E0D}"/>
    <dgm:cxn modelId="{A7C8B9B8-7B8B-428F-80D3-F22EA98B02A1}" type="presOf" srcId="{ACE54D34-9D41-4924-B76B-1C404A6A0DE0}" destId="{46DB4029-65B7-4889-9F1F-87DED5A977C2}" srcOrd="0" destOrd="0" presId="urn:microsoft.com/office/officeart/2005/8/layout/vList2"/>
    <dgm:cxn modelId="{2E6306D9-659E-4627-9B25-D3087A867E12}" type="presOf" srcId="{95697D60-0EB2-4929-AA70-304E5CFE0FBD}" destId="{B354D2D0-6AD6-4B42-82B7-49DAEE6F6785}" srcOrd="0" destOrd="3" presId="urn:microsoft.com/office/officeart/2005/8/layout/vList2"/>
    <dgm:cxn modelId="{0A88A1E1-3E8D-43F6-93C3-681C9A4B1717}" srcId="{ACE54D34-9D41-4924-B76B-1C404A6A0DE0}" destId="{D23A69F2-5D72-43F3-879A-0F57C1AAC54A}" srcOrd="0" destOrd="0" parTransId="{4A5BD6A1-378C-4B24-898A-0BDBAAD114A6}" sibTransId="{0C5CAC59-7E7E-4B5B-9F46-949B266964B0}"/>
    <dgm:cxn modelId="{3A3099ED-B8A6-4811-885B-94BD0F649F43}" srcId="{747D484B-69CB-4F6F-89D3-CB37E7D5BC1C}" destId="{ACE54D34-9D41-4924-B76B-1C404A6A0DE0}" srcOrd="0" destOrd="0" parTransId="{91996F21-3B47-4089-9571-E3D6FD389DF8}" sibTransId="{28240985-E455-444F-B19F-0E969B320651}"/>
    <dgm:cxn modelId="{958E50F9-6CA2-451D-9937-FF80D37EC173}" type="presOf" srcId="{747D484B-69CB-4F6F-89D3-CB37E7D5BC1C}" destId="{B3230D37-6FB4-41AC-968D-FF66519F07C1}" srcOrd="0" destOrd="0" presId="urn:microsoft.com/office/officeart/2005/8/layout/vList2"/>
    <dgm:cxn modelId="{3C1B7A7A-31BE-4124-9A9F-6DA322D5A14E}" type="presParOf" srcId="{B3230D37-6FB4-41AC-968D-FF66519F07C1}" destId="{46DB4029-65B7-4889-9F1F-87DED5A977C2}" srcOrd="0" destOrd="0" presId="urn:microsoft.com/office/officeart/2005/8/layout/vList2"/>
    <dgm:cxn modelId="{39C19941-6544-4713-8B59-F73234A2BE3C}" type="presParOf" srcId="{B3230D37-6FB4-41AC-968D-FF66519F07C1}" destId="{B354D2D0-6AD6-4B42-82B7-49DAEE6F6785}"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762EA6-67A6-4457-A051-E7392786138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A21CD7A-4DC9-44E3-9BE6-1E0A876CE4C4}">
      <dgm:prSet/>
      <dgm:spPr/>
      <dgm:t>
        <a:bodyPr/>
        <a:lstStyle/>
        <a:p>
          <a:r>
            <a:rPr lang="en-US"/>
            <a:t>Data used does not include personal information.</a:t>
          </a:r>
        </a:p>
      </dgm:t>
    </dgm:pt>
    <dgm:pt modelId="{91A187EC-5667-4A01-A266-9B1F1E0A7FC4}" type="parTrans" cxnId="{8C51BC68-F409-4775-B172-A73E9A1694A4}">
      <dgm:prSet/>
      <dgm:spPr/>
      <dgm:t>
        <a:bodyPr/>
        <a:lstStyle/>
        <a:p>
          <a:endParaRPr lang="en-US"/>
        </a:p>
      </dgm:t>
    </dgm:pt>
    <dgm:pt modelId="{A7C7696B-DC16-4898-8CF8-365DF36C760F}" type="sibTrans" cxnId="{8C51BC68-F409-4775-B172-A73E9A1694A4}">
      <dgm:prSet/>
      <dgm:spPr/>
      <dgm:t>
        <a:bodyPr/>
        <a:lstStyle/>
        <a:p>
          <a:endParaRPr lang="en-US"/>
        </a:p>
      </dgm:t>
    </dgm:pt>
    <dgm:pt modelId="{94382CBB-B5A5-43CA-B031-B6D7A872779D}">
      <dgm:prSet/>
      <dgm:spPr/>
      <dgm:t>
        <a:bodyPr/>
        <a:lstStyle/>
        <a:p>
          <a:r>
            <a:rPr lang="en-US"/>
            <a:t>No private customer data is involved.</a:t>
          </a:r>
        </a:p>
      </dgm:t>
    </dgm:pt>
    <dgm:pt modelId="{554253D4-2601-4F8E-B9A3-5A716C5C3C5A}" type="parTrans" cxnId="{586057AA-B1FB-481A-8FB2-3CA95CE91A41}">
      <dgm:prSet/>
      <dgm:spPr/>
      <dgm:t>
        <a:bodyPr/>
        <a:lstStyle/>
        <a:p>
          <a:endParaRPr lang="en-US"/>
        </a:p>
      </dgm:t>
    </dgm:pt>
    <dgm:pt modelId="{FDB29FF1-5EF9-4C75-AB77-344B00DD8B1B}" type="sibTrans" cxnId="{586057AA-B1FB-481A-8FB2-3CA95CE91A41}">
      <dgm:prSet/>
      <dgm:spPr/>
      <dgm:t>
        <a:bodyPr/>
        <a:lstStyle/>
        <a:p>
          <a:endParaRPr lang="en-US"/>
        </a:p>
      </dgm:t>
    </dgm:pt>
    <dgm:pt modelId="{B882176A-8875-4BFE-89E4-C6B862FC88F8}">
      <dgm:prSet/>
      <dgm:spPr/>
      <dgm:t>
        <a:bodyPr/>
        <a:lstStyle/>
        <a:p>
          <a:r>
            <a:rPr lang="en-US"/>
            <a:t>Dataset is publicly available through Kaggle under a Creative Commons license.</a:t>
          </a:r>
        </a:p>
      </dgm:t>
    </dgm:pt>
    <dgm:pt modelId="{5B933434-25A0-4650-A7A6-068313DCDE91}" type="parTrans" cxnId="{22853977-D4CF-4CF6-AF5C-8D838D612553}">
      <dgm:prSet/>
      <dgm:spPr/>
      <dgm:t>
        <a:bodyPr/>
        <a:lstStyle/>
        <a:p>
          <a:endParaRPr lang="en-US"/>
        </a:p>
      </dgm:t>
    </dgm:pt>
    <dgm:pt modelId="{F37587D9-EC77-4510-A384-E1B3BA885232}" type="sibTrans" cxnId="{22853977-D4CF-4CF6-AF5C-8D838D612553}">
      <dgm:prSet/>
      <dgm:spPr/>
      <dgm:t>
        <a:bodyPr/>
        <a:lstStyle/>
        <a:p>
          <a:endParaRPr lang="en-US"/>
        </a:p>
      </dgm:t>
    </dgm:pt>
    <dgm:pt modelId="{985B09A1-CFB7-4F5A-835C-A6A6BA2524FA}">
      <dgm:prSet/>
      <dgm:spPr/>
      <dgm:t>
        <a:bodyPr/>
        <a:lstStyle/>
        <a:p>
          <a:r>
            <a:rPr lang="en-US"/>
            <a:t>Ethical considerations around data usage are addressed through licensing agreements.</a:t>
          </a:r>
        </a:p>
      </dgm:t>
    </dgm:pt>
    <dgm:pt modelId="{74E7A904-98CF-44D2-9222-B545954CCB34}" type="parTrans" cxnId="{15A64385-86DD-4D8E-AA04-81F73F307E6C}">
      <dgm:prSet/>
      <dgm:spPr/>
      <dgm:t>
        <a:bodyPr/>
        <a:lstStyle/>
        <a:p>
          <a:endParaRPr lang="en-US"/>
        </a:p>
      </dgm:t>
    </dgm:pt>
    <dgm:pt modelId="{4AD467BB-C9D2-4BAA-B2FD-2BAD229C69C5}" type="sibTrans" cxnId="{15A64385-86DD-4D8E-AA04-81F73F307E6C}">
      <dgm:prSet/>
      <dgm:spPr/>
      <dgm:t>
        <a:bodyPr/>
        <a:lstStyle/>
        <a:p>
          <a:endParaRPr lang="en-US"/>
        </a:p>
      </dgm:t>
    </dgm:pt>
    <dgm:pt modelId="{F4CF98D6-C963-4B41-9019-A96806DE227F}">
      <dgm:prSet/>
      <dgm:spPr/>
      <dgm:t>
        <a:bodyPr/>
        <a:lstStyle/>
        <a:p>
          <a:r>
            <a:rPr lang="en-US"/>
            <a:t>The data meets GDPR compliance standards.</a:t>
          </a:r>
        </a:p>
      </dgm:t>
    </dgm:pt>
    <dgm:pt modelId="{CE19766C-C928-4268-B915-E4D8A6FD642B}" type="parTrans" cxnId="{B87B8A80-7C8B-4C47-B6D4-D989A817C1AD}">
      <dgm:prSet/>
      <dgm:spPr/>
      <dgm:t>
        <a:bodyPr/>
        <a:lstStyle/>
        <a:p>
          <a:endParaRPr lang="en-US"/>
        </a:p>
      </dgm:t>
    </dgm:pt>
    <dgm:pt modelId="{A5760A03-795E-4AD4-9B83-D0E07B86E90F}" type="sibTrans" cxnId="{B87B8A80-7C8B-4C47-B6D4-D989A817C1AD}">
      <dgm:prSet/>
      <dgm:spPr/>
      <dgm:t>
        <a:bodyPr/>
        <a:lstStyle/>
        <a:p>
          <a:endParaRPr lang="en-US"/>
        </a:p>
      </dgm:t>
    </dgm:pt>
    <dgm:pt modelId="{474A66E9-9391-4716-BFA6-392DEB8A2178}">
      <dgm:prSet/>
      <dgm:spPr/>
      <dgm:t>
        <a:bodyPr/>
        <a:lstStyle/>
        <a:p>
          <a:r>
            <a:rPr lang="en-US"/>
            <a:t>You have ensured all data is anonymized and used responsibly.</a:t>
          </a:r>
        </a:p>
      </dgm:t>
    </dgm:pt>
    <dgm:pt modelId="{0CC22C00-E483-4616-8C3F-EADA498B2C9D}" type="parTrans" cxnId="{E4FE8125-1F8E-4A1B-B8E6-CB2337536902}">
      <dgm:prSet/>
      <dgm:spPr/>
      <dgm:t>
        <a:bodyPr/>
        <a:lstStyle/>
        <a:p>
          <a:endParaRPr lang="en-US"/>
        </a:p>
      </dgm:t>
    </dgm:pt>
    <dgm:pt modelId="{C02C25C9-CC3D-458B-BCB5-380B02BB1FEC}" type="sibTrans" cxnId="{E4FE8125-1F8E-4A1B-B8E6-CB2337536902}">
      <dgm:prSet/>
      <dgm:spPr/>
      <dgm:t>
        <a:bodyPr/>
        <a:lstStyle/>
        <a:p>
          <a:endParaRPr lang="en-US"/>
        </a:p>
      </dgm:t>
    </dgm:pt>
    <dgm:pt modelId="{A9B9A17E-03BC-4ACF-8BE4-E572C7892218}" type="pres">
      <dgm:prSet presAssocID="{81762EA6-67A6-4457-A051-E73927861387}" presName="linear" presStyleCnt="0">
        <dgm:presLayoutVars>
          <dgm:animLvl val="lvl"/>
          <dgm:resizeHandles val="exact"/>
        </dgm:presLayoutVars>
      </dgm:prSet>
      <dgm:spPr/>
    </dgm:pt>
    <dgm:pt modelId="{B9D8E15F-50E3-42E0-ADF0-C8BB17327097}" type="pres">
      <dgm:prSet presAssocID="{8A21CD7A-4DC9-44E3-9BE6-1E0A876CE4C4}" presName="parentText" presStyleLbl="node1" presStyleIdx="0" presStyleCnt="6">
        <dgm:presLayoutVars>
          <dgm:chMax val="0"/>
          <dgm:bulletEnabled val="1"/>
        </dgm:presLayoutVars>
      </dgm:prSet>
      <dgm:spPr/>
    </dgm:pt>
    <dgm:pt modelId="{17A4920D-7A40-4F34-B70F-F3DB333CA847}" type="pres">
      <dgm:prSet presAssocID="{A7C7696B-DC16-4898-8CF8-365DF36C760F}" presName="spacer" presStyleCnt="0"/>
      <dgm:spPr/>
    </dgm:pt>
    <dgm:pt modelId="{8C6C6E6D-B345-4572-B0C7-02B039A8949F}" type="pres">
      <dgm:prSet presAssocID="{94382CBB-B5A5-43CA-B031-B6D7A872779D}" presName="parentText" presStyleLbl="node1" presStyleIdx="1" presStyleCnt="6">
        <dgm:presLayoutVars>
          <dgm:chMax val="0"/>
          <dgm:bulletEnabled val="1"/>
        </dgm:presLayoutVars>
      </dgm:prSet>
      <dgm:spPr/>
    </dgm:pt>
    <dgm:pt modelId="{66195518-4B63-4241-B647-EF88E3AF01B5}" type="pres">
      <dgm:prSet presAssocID="{FDB29FF1-5EF9-4C75-AB77-344B00DD8B1B}" presName="spacer" presStyleCnt="0"/>
      <dgm:spPr/>
    </dgm:pt>
    <dgm:pt modelId="{F5D8700D-77D9-4B5F-805E-03D1B59BB254}" type="pres">
      <dgm:prSet presAssocID="{B882176A-8875-4BFE-89E4-C6B862FC88F8}" presName="parentText" presStyleLbl="node1" presStyleIdx="2" presStyleCnt="6">
        <dgm:presLayoutVars>
          <dgm:chMax val="0"/>
          <dgm:bulletEnabled val="1"/>
        </dgm:presLayoutVars>
      </dgm:prSet>
      <dgm:spPr/>
    </dgm:pt>
    <dgm:pt modelId="{D12F9DD0-D18E-4B29-836F-CAEEBAF2E208}" type="pres">
      <dgm:prSet presAssocID="{F37587D9-EC77-4510-A384-E1B3BA885232}" presName="spacer" presStyleCnt="0"/>
      <dgm:spPr/>
    </dgm:pt>
    <dgm:pt modelId="{DF8E2847-DE1A-4AD6-B74B-A46B15E42D19}" type="pres">
      <dgm:prSet presAssocID="{985B09A1-CFB7-4F5A-835C-A6A6BA2524FA}" presName="parentText" presStyleLbl="node1" presStyleIdx="3" presStyleCnt="6">
        <dgm:presLayoutVars>
          <dgm:chMax val="0"/>
          <dgm:bulletEnabled val="1"/>
        </dgm:presLayoutVars>
      </dgm:prSet>
      <dgm:spPr/>
    </dgm:pt>
    <dgm:pt modelId="{64AF4588-E8CE-4047-9F7C-DB663CF58B50}" type="pres">
      <dgm:prSet presAssocID="{4AD467BB-C9D2-4BAA-B2FD-2BAD229C69C5}" presName="spacer" presStyleCnt="0"/>
      <dgm:spPr/>
    </dgm:pt>
    <dgm:pt modelId="{213B643C-9BA6-4297-91ED-694073985D44}" type="pres">
      <dgm:prSet presAssocID="{F4CF98D6-C963-4B41-9019-A96806DE227F}" presName="parentText" presStyleLbl="node1" presStyleIdx="4" presStyleCnt="6">
        <dgm:presLayoutVars>
          <dgm:chMax val="0"/>
          <dgm:bulletEnabled val="1"/>
        </dgm:presLayoutVars>
      </dgm:prSet>
      <dgm:spPr/>
    </dgm:pt>
    <dgm:pt modelId="{5C4F71C9-E331-415B-831F-1814DCF59F4C}" type="pres">
      <dgm:prSet presAssocID="{A5760A03-795E-4AD4-9B83-D0E07B86E90F}" presName="spacer" presStyleCnt="0"/>
      <dgm:spPr/>
    </dgm:pt>
    <dgm:pt modelId="{84182084-2DDF-4A94-9333-4C86ACC2E4CF}" type="pres">
      <dgm:prSet presAssocID="{474A66E9-9391-4716-BFA6-392DEB8A2178}" presName="parentText" presStyleLbl="node1" presStyleIdx="5" presStyleCnt="6">
        <dgm:presLayoutVars>
          <dgm:chMax val="0"/>
          <dgm:bulletEnabled val="1"/>
        </dgm:presLayoutVars>
      </dgm:prSet>
      <dgm:spPr/>
    </dgm:pt>
  </dgm:ptLst>
  <dgm:cxnLst>
    <dgm:cxn modelId="{F4A57B1F-81BC-47B4-8542-969B47DB53DB}" type="presOf" srcId="{94382CBB-B5A5-43CA-B031-B6D7A872779D}" destId="{8C6C6E6D-B345-4572-B0C7-02B039A8949F}" srcOrd="0" destOrd="0" presId="urn:microsoft.com/office/officeart/2005/8/layout/vList2"/>
    <dgm:cxn modelId="{E4FE8125-1F8E-4A1B-B8E6-CB2337536902}" srcId="{81762EA6-67A6-4457-A051-E73927861387}" destId="{474A66E9-9391-4716-BFA6-392DEB8A2178}" srcOrd="5" destOrd="0" parTransId="{0CC22C00-E483-4616-8C3F-EADA498B2C9D}" sibTransId="{C02C25C9-CC3D-458B-BCB5-380B02BB1FEC}"/>
    <dgm:cxn modelId="{32DD193C-702B-438F-A923-79A59A2C97A1}" type="presOf" srcId="{F4CF98D6-C963-4B41-9019-A96806DE227F}" destId="{213B643C-9BA6-4297-91ED-694073985D44}" srcOrd="0" destOrd="0" presId="urn:microsoft.com/office/officeart/2005/8/layout/vList2"/>
    <dgm:cxn modelId="{DCF14767-DFC3-448E-BBE1-2D116F60B663}" type="presOf" srcId="{985B09A1-CFB7-4F5A-835C-A6A6BA2524FA}" destId="{DF8E2847-DE1A-4AD6-B74B-A46B15E42D19}" srcOrd="0" destOrd="0" presId="urn:microsoft.com/office/officeart/2005/8/layout/vList2"/>
    <dgm:cxn modelId="{8C51BC68-F409-4775-B172-A73E9A1694A4}" srcId="{81762EA6-67A6-4457-A051-E73927861387}" destId="{8A21CD7A-4DC9-44E3-9BE6-1E0A876CE4C4}" srcOrd="0" destOrd="0" parTransId="{91A187EC-5667-4A01-A266-9B1F1E0A7FC4}" sibTransId="{A7C7696B-DC16-4898-8CF8-365DF36C760F}"/>
    <dgm:cxn modelId="{1398686A-0AF7-44E9-A55F-76C6C8346F6C}" type="presOf" srcId="{474A66E9-9391-4716-BFA6-392DEB8A2178}" destId="{84182084-2DDF-4A94-9333-4C86ACC2E4CF}" srcOrd="0" destOrd="0" presId="urn:microsoft.com/office/officeart/2005/8/layout/vList2"/>
    <dgm:cxn modelId="{BBA2D754-4A5B-45E2-A07E-EA51436F484F}" type="presOf" srcId="{8A21CD7A-4DC9-44E3-9BE6-1E0A876CE4C4}" destId="{B9D8E15F-50E3-42E0-ADF0-C8BB17327097}" srcOrd="0" destOrd="0" presId="urn:microsoft.com/office/officeart/2005/8/layout/vList2"/>
    <dgm:cxn modelId="{22853977-D4CF-4CF6-AF5C-8D838D612553}" srcId="{81762EA6-67A6-4457-A051-E73927861387}" destId="{B882176A-8875-4BFE-89E4-C6B862FC88F8}" srcOrd="2" destOrd="0" parTransId="{5B933434-25A0-4650-A7A6-068313DCDE91}" sibTransId="{F37587D9-EC77-4510-A384-E1B3BA885232}"/>
    <dgm:cxn modelId="{B87B8A80-7C8B-4C47-B6D4-D989A817C1AD}" srcId="{81762EA6-67A6-4457-A051-E73927861387}" destId="{F4CF98D6-C963-4B41-9019-A96806DE227F}" srcOrd="4" destOrd="0" parTransId="{CE19766C-C928-4268-B915-E4D8A6FD642B}" sibTransId="{A5760A03-795E-4AD4-9B83-D0E07B86E90F}"/>
    <dgm:cxn modelId="{15A64385-86DD-4D8E-AA04-81F73F307E6C}" srcId="{81762EA6-67A6-4457-A051-E73927861387}" destId="{985B09A1-CFB7-4F5A-835C-A6A6BA2524FA}" srcOrd="3" destOrd="0" parTransId="{74E7A904-98CF-44D2-9222-B545954CCB34}" sibTransId="{4AD467BB-C9D2-4BAA-B2FD-2BAD229C69C5}"/>
    <dgm:cxn modelId="{DB3E5685-FB9E-4D40-80E7-B74F2CA0E4A8}" type="presOf" srcId="{B882176A-8875-4BFE-89E4-C6B862FC88F8}" destId="{F5D8700D-77D9-4B5F-805E-03D1B59BB254}" srcOrd="0" destOrd="0" presId="urn:microsoft.com/office/officeart/2005/8/layout/vList2"/>
    <dgm:cxn modelId="{586057AA-B1FB-481A-8FB2-3CA95CE91A41}" srcId="{81762EA6-67A6-4457-A051-E73927861387}" destId="{94382CBB-B5A5-43CA-B031-B6D7A872779D}" srcOrd="1" destOrd="0" parTransId="{554253D4-2601-4F8E-B9A3-5A716C5C3C5A}" sibTransId="{FDB29FF1-5EF9-4C75-AB77-344B00DD8B1B}"/>
    <dgm:cxn modelId="{B6F850D4-6ED9-4521-A597-1D4F121828CA}" type="presOf" srcId="{81762EA6-67A6-4457-A051-E73927861387}" destId="{A9B9A17E-03BC-4ACF-8BE4-E572C7892218}" srcOrd="0" destOrd="0" presId="urn:microsoft.com/office/officeart/2005/8/layout/vList2"/>
    <dgm:cxn modelId="{ACCB63B0-BFC1-4107-82BA-D5BCD4ADF17A}" type="presParOf" srcId="{A9B9A17E-03BC-4ACF-8BE4-E572C7892218}" destId="{B9D8E15F-50E3-42E0-ADF0-C8BB17327097}" srcOrd="0" destOrd="0" presId="urn:microsoft.com/office/officeart/2005/8/layout/vList2"/>
    <dgm:cxn modelId="{DA4F4073-76D0-4DE0-9349-60AC23A84024}" type="presParOf" srcId="{A9B9A17E-03BC-4ACF-8BE4-E572C7892218}" destId="{17A4920D-7A40-4F34-B70F-F3DB333CA847}" srcOrd="1" destOrd="0" presId="urn:microsoft.com/office/officeart/2005/8/layout/vList2"/>
    <dgm:cxn modelId="{9CB152BE-E1DF-449D-9AA2-ABCB6A565A2A}" type="presParOf" srcId="{A9B9A17E-03BC-4ACF-8BE4-E572C7892218}" destId="{8C6C6E6D-B345-4572-B0C7-02B039A8949F}" srcOrd="2" destOrd="0" presId="urn:microsoft.com/office/officeart/2005/8/layout/vList2"/>
    <dgm:cxn modelId="{2B8461E3-5FA7-44E6-AC98-F127012CBC5C}" type="presParOf" srcId="{A9B9A17E-03BC-4ACF-8BE4-E572C7892218}" destId="{66195518-4B63-4241-B647-EF88E3AF01B5}" srcOrd="3" destOrd="0" presId="urn:microsoft.com/office/officeart/2005/8/layout/vList2"/>
    <dgm:cxn modelId="{1B90171A-61AA-4FA4-9EE5-6A8B19C47075}" type="presParOf" srcId="{A9B9A17E-03BC-4ACF-8BE4-E572C7892218}" destId="{F5D8700D-77D9-4B5F-805E-03D1B59BB254}" srcOrd="4" destOrd="0" presId="urn:microsoft.com/office/officeart/2005/8/layout/vList2"/>
    <dgm:cxn modelId="{94A36F90-6D30-4F97-8F57-12353C6EC831}" type="presParOf" srcId="{A9B9A17E-03BC-4ACF-8BE4-E572C7892218}" destId="{D12F9DD0-D18E-4B29-836F-CAEEBAF2E208}" srcOrd="5" destOrd="0" presId="urn:microsoft.com/office/officeart/2005/8/layout/vList2"/>
    <dgm:cxn modelId="{B16B6EE3-AD3B-48D8-9D91-65C80A018DB2}" type="presParOf" srcId="{A9B9A17E-03BC-4ACF-8BE4-E572C7892218}" destId="{DF8E2847-DE1A-4AD6-B74B-A46B15E42D19}" srcOrd="6" destOrd="0" presId="urn:microsoft.com/office/officeart/2005/8/layout/vList2"/>
    <dgm:cxn modelId="{D4D7CFC1-8FC6-4F42-B86E-25F3A8E37D2A}" type="presParOf" srcId="{A9B9A17E-03BC-4ACF-8BE4-E572C7892218}" destId="{64AF4588-E8CE-4047-9F7C-DB663CF58B50}" srcOrd="7" destOrd="0" presId="urn:microsoft.com/office/officeart/2005/8/layout/vList2"/>
    <dgm:cxn modelId="{FDA65F76-8590-483D-ADB1-A2C83F3716B7}" type="presParOf" srcId="{A9B9A17E-03BC-4ACF-8BE4-E572C7892218}" destId="{213B643C-9BA6-4297-91ED-694073985D44}" srcOrd="8" destOrd="0" presId="urn:microsoft.com/office/officeart/2005/8/layout/vList2"/>
    <dgm:cxn modelId="{A2E71FD4-1108-44D0-B80A-5F78130AA64F}" type="presParOf" srcId="{A9B9A17E-03BC-4ACF-8BE4-E572C7892218}" destId="{5C4F71C9-E331-415B-831F-1814DCF59F4C}" srcOrd="9" destOrd="0" presId="urn:microsoft.com/office/officeart/2005/8/layout/vList2"/>
    <dgm:cxn modelId="{4046065A-63B4-4AA0-956B-5F645A6FF310}" type="presParOf" srcId="{A9B9A17E-03BC-4ACF-8BE4-E572C7892218}" destId="{84182084-2DDF-4A94-9333-4C86ACC2E4C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AE068B-03AE-4D17-9B3E-ECCFBFF3321B}"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31FFF5ED-40AE-461C-A481-02F431B953A8}">
      <dgm:prSet/>
      <dgm:spPr/>
      <dgm:t>
        <a:bodyPr/>
        <a:lstStyle/>
        <a:p>
          <a:r>
            <a:rPr lang="en-US"/>
            <a:t>Handle missing values using imputation or removal.</a:t>
          </a:r>
        </a:p>
      </dgm:t>
    </dgm:pt>
    <dgm:pt modelId="{62595396-896C-4EDE-95AE-C40EE946E04B}" type="parTrans" cxnId="{D87AE589-6412-42E8-82BE-1A102D31FCCB}">
      <dgm:prSet/>
      <dgm:spPr/>
      <dgm:t>
        <a:bodyPr/>
        <a:lstStyle/>
        <a:p>
          <a:endParaRPr lang="en-US"/>
        </a:p>
      </dgm:t>
    </dgm:pt>
    <dgm:pt modelId="{4FE58503-A27D-4C04-B6CF-6662C19191F3}" type="sibTrans" cxnId="{D87AE589-6412-42E8-82BE-1A102D31FCCB}">
      <dgm:prSet/>
      <dgm:spPr/>
      <dgm:t>
        <a:bodyPr/>
        <a:lstStyle/>
        <a:p>
          <a:endParaRPr lang="en-US"/>
        </a:p>
      </dgm:t>
    </dgm:pt>
    <dgm:pt modelId="{0160DF3A-A0DD-4584-8FB8-A2489E278A31}">
      <dgm:prSet/>
      <dgm:spPr/>
      <dgm:t>
        <a:bodyPr/>
        <a:lstStyle/>
        <a:p>
          <a:r>
            <a:rPr lang="en-US"/>
            <a:t>Normalize numerical data to improve model performance.</a:t>
          </a:r>
        </a:p>
      </dgm:t>
    </dgm:pt>
    <dgm:pt modelId="{E476499E-07E5-41AD-8B4F-EDE9C4390194}" type="parTrans" cxnId="{B2C46CED-6150-4FCB-9CD6-614B57CE5F0D}">
      <dgm:prSet/>
      <dgm:spPr/>
      <dgm:t>
        <a:bodyPr/>
        <a:lstStyle/>
        <a:p>
          <a:endParaRPr lang="en-US"/>
        </a:p>
      </dgm:t>
    </dgm:pt>
    <dgm:pt modelId="{377EB761-62F0-4A9D-B8B8-E53E1C1921E4}" type="sibTrans" cxnId="{B2C46CED-6150-4FCB-9CD6-614B57CE5F0D}">
      <dgm:prSet/>
      <dgm:spPr/>
      <dgm:t>
        <a:bodyPr/>
        <a:lstStyle/>
        <a:p>
          <a:endParaRPr lang="en-US"/>
        </a:p>
      </dgm:t>
    </dgm:pt>
    <dgm:pt modelId="{F6B7DB80-8589-43FA-BB58-5A6814EABBF4}">
      <dgm:prSet/>
      <dgm:spPr/>
      <dgm:t>
        <a:bodyPr/>
        <a:lstStyle/>
        <a:p>
          <a:r>
            <a:rPr lang="en-US"/>
            <a:t>Encode categorical data (e.g., store, item ID) using one-hot encoding.</a:t>
          </a:r>
        </a:p>
      </dgm:t>
    </dgm:pt>
    <dgm:pt modelId="{ED1A0024-BDF7-4219-8038-E79FCCCBE3FE}" type="parTrans" cxnId="{E8ACBF98-DCA2-407B-A016-54ABB81F1967}">
      <dgm:prSet/>
      <dgm:spPr/>
      <dgm:t>
        <a:bodyPr/>
        <a:lstStyle/>
        <a:p>
          <a:endParaRPr lang="en-US"/>
        </a:p>
      </dgm:t>
    </dgm:pt>
    <dgm:pt modelId="{38066CD5-9A2C-43EC-BD1A-54E4C27623B1}" type="sibTrans" cxnId="{E8ACBF98-DCA2-407B-A016-54ABB81F1967}">
      <dgm:prSet/>
      <dgm:spPr/>
      <dgm:t>
        <a:bodyPr/>
        <a:lstStyle/>
        <a:p>
          <a:endParaRPr lang="en-US"/>
        </a:p>
      </dgm:t>
    </dgm:pt>
    <dgm:pt modelId="{A7F8A3FA-B481-4463-9BC9-FDC5E07AEE97}">
      <dgm:prSet/>
      <dgm:spPr/>
      <dgm:t>
        <a:bodyPr/>
        <a:lstStyle/>
        <a:p>
          <a:r>
            <a:rPr lang="en-US"/>
            <a:t>Feature engineering to include date-related features (e.g., day of the week, month).</a:t>
          </a:r>
        </a:p>
      </dgm:t>
    </dgm:pt>
    <dgm:pt modelId="{44535BCB-E2DA-4B20-955E-17C0DAC591BC}" type="parTrans" cxnId="{C74A8C55-ED4E-4EA1-8559-8D4AD81234C8}">
      <dgm:prSet/>
      <dgm:spPr/>
      <dgm:t>
        <a:bodyPr/>
        <a:lstStyle/>
        <a:p>
          <a:endParaRPr lang="en-US"/>
        </a:p>
      </dgm:t>
    </dgm:pt>
    <dgm:pt modelId="{B2AC993E-A127-4595-A1A1-13B6228A9C67}" type="sibTrans" cxnId="{C74A8C55-ED4E-4EA1-8559-8D4AD81234C8}">
      <dgm:prSet/>
      <dgm:spPr/>
      <dgm:t>
        <a:bodyPr/>
        <a:lstStyle/>
        <a:p>
          <a:endParaRPr lang="en-US"/>
        </a:p>
      </dgm:t>
    </dgm:pt>
    <dgm:pt modelId="{D3291002-43A7-495C-A2D7-7B972F5EE747}">
      <dgm:prSet/>
      <dgm:spPr/>
      <dgm:t>
        <a:bodyPr/>
        <a:lstStyle/>
        <a:p>
          <a:r>
            <a:rPr lang="en-US"/>
            <a:t>Split data into training and test sets for model validation.</a:t>
          </a:r>
        </a:p>
      </dgm:t>
    </dgm:pt>
    <dgm:pt modelId="{C7EDA796-2D4D-446C-8F6E-C57E43310A0C}" type="parTrans" cxnId="{2A5C505C-9265-4749-A31C-0815B1DABF44}">
      <dgm:prSet/>
      <dgm:spPr/>
      <dgm:t>
        <a:bodyPr/>
        <a:lstStyle/>
        <a:p>
          <a:endParaRPr lang="en-US"/>
        </a:p>
      </dgm:t>
    </dgm:pt>
    <dgm:pt modelId="{FA0E59DB-4487-4D77-B2D7-BCBBE3922A8F}" type="sibTrans" cxnId="{2A5C505C-9265-4749-A31C-0815B1DABF44}">
      <dgm:prSet/>
      <dgm:spPr/>
      <dgm:t>
        <a:bodyPr/>
        <a:lstStyle/>
        <a:p>
          <a:endParaRPr lang="en-US"/>
        </a:p>
      </dgm:t>
    </dgm:pt>
    <dgm:pt modelId="{552C012E-7BEE-4C68-8DA2-D36DA3C708AE}">
      <dgm:prSet/>
      <dgm:spPr/>
      <dgm:t>
        <a:bodyPr/>
        <a:lstStyle/>
        <a:p>
          <a:r>
            <a:rPr lang="en-US"/>
            <a:t>Check for multicollinearity and remove correlated features.</a:t>
          </a:r>
        </a:p>
      </dgm:t>
    </dgm:pt>
    <dgm:pt modelId="{BC3500C7-337A-477C-97C2-EE6622B549E7}" type="parTrans" cxnId="{A4032A8E-BB51-4EFC-A385-C3E7B3D239E5}">
      <dgm:prSet/>
      <dgm:spPr/>
      <dgm:t>
        <a:bodyPr/>
        <a:lstStyle/>
        <a:p>
          <a:endParaRPr lang="en-US"/>
        </a:p>
      </dgm:t>
    </dgm:pt>
    <dgm:pt modelId="{C762BD5F-31E1-4EFC-8DA6-60736EAE21B3}" type="sibTrans" cxnId="{A4032A8E-BB51-4EFC-A385-C3E7B3D239E5}">
      <dgm:prSet/>
      <dgm:spPr/>
      <dgm:t>
        <a:bodyPr/>
        <a:lstStyle/>
        <a:p>
          <a:endParaRPr lang="en-US"/>
        </a:p>
      </dgm:t>
    </dgm:pt>
    <dgm:pt modelId="{59C09852-D5D5-4ACB-9CE7-E0BECD54E199}" type="pres">
      <dgm:prSet presAssocID="{3BAE068B-03AE-4D17-9B3E-ECCFBFF3321B}" presName="Name0" presStyleCnt="0">
        <dgm:presLayoutVars>
          <dgm:dir/>
          <dgm:resizeHandles val="exact"/>
        </dgm:presLayoutVars>
      </dgm:prSet>
      <dgm:spPr/>
    </dgm:pt>
    <dgm:pt modelId="{BCC892D6-8AB0-4A6B-80DC-1A7DB35F11A7}" type="pres">
      <dgm:prSet presAssocID="{31FFF5ED-40AE-461C-A481-02F431B953A8}" presName="node" presStyleLbl="node1" presStyleIdx="0" presStyleCnt="6">
        <dgm:presLayoutVars>
          <dgm:bulletEnabled val="1"/>
        </dgm:presLayoutVars>
      </dgm:prSet>
      <dgm:spPr/>
    </dgm:pt>
    <dgm:pt modelId="{2FEF2E13-E6CE-4B65-B5EF-BD57B0899FDB}" type="pres">
      <dgm:prSet presAssocID="{4FE58503-A27D-4C04-B6CF-6662C19191F3}" presName="sibTrans" presStyleLbl="sibTrans1D1" presStyleIdx="0" presStyleCnt="5"/>
      <dgm:spPr/>
    </dgm:pt>
    <dgm:pt modelId="{58DD6E4B-8ECF-4A2A-87A1-996830F2A716}" type="pres">
      <dgm:prSet presAssocID="{4FE58503-A27D-4C04-B6CF-6662C19191F3}" presName="connectorText" presStyleLbl="sibTrans1D1" presStyleIdx="0" presStyleCnt="5"/>
      <dgm:spPr/>
    </dgm:pt>
    <dgm:pt modelId="{70DF9802-890B-475E-9B0F-DF9D91850A21}" type="pres">
      <dgm:prSet presAssocID="{0160DF3A-A0DD-4584-8FB8-A2489E278A31}" presName="node" presStyleLbl="node1" presStyleIdx="1" presStyleCnt="6">
        <dgm:presLayoutVars>
          <dgm:bulletEnabled val="1"/>
        </dgm:presLayoutVars>
      </dgm:prSet>
      <dgm:spPr/>
    </dgm:pt>
    <dgm:pt modelId="{CD5EC94D-04AE-45F7-9C30-C29DA9A72C1D}" type="pres">
      <dgm:prSet presAssocID="{377EB761-62F0-4A9D-B8B8-E53E1C1921E4}" presName="sibTrans" presStyleLbl="sibTrans1D1" presStyleIdx="1" presStyleCnt="5"/>
      <dgm:spPr/>
    </dgm:pt>
    <dgm:pt modelId="{E053739A-6D78-4CFE-A1AF-1457B418142D}" type="pres">
      <dgm:prSet presAssocID="{377EB761-62F0-4A9D-B8B8-E53E1C1921E4}" presName="connectorText" presStyleLbl="sibTrans1D1" presStyleIdx="1" presStyleCnt="5"/>
      <dgm:spPr/>
    </dgm:pt>
    <dgm:pt modelId="{E28CE0BB-A5BE-47CF-810A-862103FB6B87}" type="pres">
      <dgm:prSet presAssocID="{F6B7DB80-8589-43FA-BB58-5A6814EABBF4}" presName="node" presStyleLbl="node1" presStyleIdx="2" presStyleCnt="6">
        <dgm:presLayoutVars>
          <dgm:bulletEnabled val="1"/>
        </dgm:presLayoutVars>
      </dgm:prSet>
      <dgm:spPr/>
    </dgm:pt>
    <dgm:pt modelId="{B46906E6-8590-41CB-8C21-5AB0C3D40776}" type="pres">
      <dgm:prSet presAssocID="{38066CD5-9A2C-43EC-BD1A-54E4C27623B1}" presName="sibTrans" presStyleLbl="sibTrans1D1" presStyleIdx="2" presStyleCnt="5"/>
      <dgm:spPr/>
    </dgm:pt>
    <dgm:pt modelId="{48C301AC-5DCF-4B0C-9966-BCF3E5582DD2}" type="pres">
      <dgm:prSet presAssocID="{38066CD5-9A2C-43EC-BD1A-54E4C27623B1}" presName="connectorText" presStyleLbl="sibTrans1D1" presStyleIdx="2" presStyleCnt="5"/>
      <dgm:spPr/>
    </dgm:pt>
    <dgm:pt modelId="{B072F496-AEDD-4D07-9C61-B75A8A344685}" type="pres">
      <dgm:prSet presAssocID="{A7F8A3FA-B481-4463-9BC9-FDC5E07AEE97}" presName="node" presStyleLbl="node1" presStyleIdx="3" presStyleCnt="6">
        <dgm:presLayoutVars>
          <dgm:bulletEnabled val="1"/>
        </dgm:presLayoutVars>
      </dgm:prSet>
      <dgm:spPr/>
    </dgm:pt>
    <dgm:pt modelId="{67084EFE-7A7B-44BF-AFFB-2313982E0828}" type="pres">
      <dgm:prSet presAssocID="{B2AC993E-A127-4595-A1A1-13B6228A9C67}" presName="sibTrans" presStyleLbl="sibTrans1D1" presStyleIdx="3" presStyleCnt="5"/>
      <dgm:spPr/>
    </dgm:pt>
    <dgm:pt modelId="{0B51F93C-B51B-4230-8F57-3620A15828EB}" type="pres">
      <dgm:prSet presAssocID="{B2AC993E-A127-4595-A1A1-13B6228A9C67}" presName="connectorText" presStyleLbl="sibTrans1D1" presStyleIdx="3" presStyleCnt="5"/>
      <dgm:spPr/>
    </dgm:pt>
    <dgm:pt modelId="{11C3E9F8-6230-4049-B9D8-7F7CCE2DAD6A}" type="pres">
      <dgm:prSet presAssocID="{D3291002-43A7-495C-A2D7-7B972F5EE747}" presName="node" presStyleLbl="node1" presStyleIdx="4" presStyleCnt="6">
        <dgm:presLayoutVars>
          <dgm:bulletEnabled val="1"/>
        </dgm:presLayoutVars>
      </dgm:prSet>
      <dgm:spPr/>
    </dgm:pt>
    <dgm:pt modelId="{F67B332D-2D07-477F-A1D6-917F729677DF}" type="pres">
      <dgm:prSet presAssocID="{FA0E59DB-4487-4D77-B2D7-BCBBE3922A8F}" presName="sibTrans" presStyleLbl="sibTrans1D1" presStyleIdx="4" presStyleCnt="5"/>
      <dgm:spPr/>
    </dgm:pt>
    <dgm:pt modelId="{614F43E6-7C75-405C-83AA-31BC74832874}" type="pres">
      <dgm:prSet presAssocID="{FA0E59DB-4487-4D77-B2D7-BCBBE3922A8F}" presName="connectorText" presStyleLbl="sibTrans1D1" presStyleIdx="4" presStyleCnt="5"/>
      <dgm:spPr/>
    </dgm:pt>
    <dgm:pt modelId="{9AD9A946-4DCC-42B5-B134-7BECFCEA58D4}" type="pres">
      <dgm:prSet presAssocID="{552C012E-7BEE-4C68-8DA2-D36DA3C708AE}" presName="node" presStyleLbl="node1" presStyleIdx="5" presStyleCnt="6">
        <dgm:presLayoutVars>
          <dgm:bulletEnabled val="1"/>
        </dgm:presLayoutVars>
      </dgm:prSet>
      <dgm:spPr/>
    </dgm:pt>
  </dgm:ptLst>
  <dgm:cxnLst>
    <dgm:cxn modelId="{306A9204-76C4-4009-9104-756DD2DDCA10}" type="presOf" srcId="{377EB761-62F0-4A9D-B8B8-E53E1C1921E4}" destId="{CD5EC94D-04AE-45F7-9C30-C29DA9A72C1D}" srcOrd="0" destOrd="0" presId="urn:microsoft.com/office/officeart/2016/7/layout/RepeatingBendingProcessNew"/>
    <dgm:cxn modelId="{79DC9A2B-2AC5-4890-B18A-B017862D032D}" type="presOf" srcId="{F6B7DB80-8589-43FA-BB58-5A6814EABBF4}" destId="{E28CE0BB-A5BE-47CF-810A-862103FB6B87}" srcOrd="0" destOrd="0" presId="urn:microsoft.com/office/officeart/2016/7/layout/RepeatingBendingProcessNew"/>
    <dgm:cxn modelId="{4CA4CB30-F42F-4C48-BF58-67322EE1084C}" type="presOf" srcId="{31FFF5ED-40AE-461C-A481-02F431B953A8}" destId="{BCC892D6-8AB0-4A6B-80DC-1A7DB35F11A7}" srcOrd="0" destOrd="0" presId="urn:microsoft.com/office/officeart/2016/7/layout/RepeatingBendingProcessNew"/>
    <dgm:cxn modelId="{2A5C505C-9265-4749-A31C-0815B1DABF44}" srcId="{3BAE068B-03AE-4D17-9B3E-ECCFBFF3321B}" destId="{D3291002-43A7-495C-A2D7-7B972F5EE747}" srcOrd="4" destOrd="0" parTransId="{C7EDA796-2D4D-446C-8F6E-C57E43310A0C}" sibTransId="{FA0E59DB-4487-4D77-B2D7-BCBBE3922A8F}"/>
    <dgm:cxn modelId="{22176467-1B34-498C-925C-39F1CC2C912E}" type="presOf" srcId="{4FE58503-A27D-4C04-B6CF-6662C19191F3}" destId="{58DD6E4B-8ECF-4A2A-87A1-996830F2A716}" srcOrd="1" destOrd="0" presId="urn:microsoft.com/office/officeart/2016/7/layout/RepeatingBendingProcessNew"/>
    <dgm:cxn modelId="{E9ED5869-A60A-4179-8F7F-7FE2495B8F47}" type="presOf" srcId="{377EB761-62F0-4A9D-B8B8-E53E1C1921E4}" destId="{E053739A-6D78-4CFE-A1AF-1457B418142D}" srcOrd="1" destOrd="0" presId="urn:microsoft.com/office/officeart/2016/7/layout/RepeatingBendingProcessNew"/>
    <dgm:cxn modelId="{C74A8C55-ED4E-4EA1-8559-8D4AD81234C8}" srcId="{3BAE068B-03AE-4D17-9B3E-ECCFBFF3321B}" destId="{A7F8A3FA-B481-4463-9BC9-FDC5E07AEE97}" srcOrd="3" destOrd="0" parTransId="{44535BCB-E2DA-4B20-955E-17C0DAC591BC}" sibTransId="{B2AC993E-A127-4595-A1A1-13B6228A9C67}"/>
    <dgm:cxn modelId="{DB1F3957-9F8F-4D29-9408-2C258A887D3F}" type="presOf" srcId="{B2AC993E-A127-4595-A1A1-13B6228A9C67}" destId="{0B51F93C-B51B-4230-8F57-3620A15828EB}" srcOrd="1" destOrd="0" presId="urn:microsoft.com/office/officeart/2016/7/layout/RepeatingBendingProcessNew"/>
    <dgm:cxn modelId="{F901B682-8120-4252-BD28-D732682C6ADE}" type="presOf" srcId="{3BAE068B-03AE-4D17-9B3E-ECCFBFF3321B}" destId="{59C09852-D5D5-4ACB-9CE7-E0BECD54E199}" srcOrd="0" destOrd="0" presId="urn:microsoft.com/office/officeart/2016/7/layout/RepeatingBendingProcessNew"/>
    <dgm:cxn modelId="{D87AE589-6412-42E8-82BE-1A102D31FCCB}" srcId="{3BAE068B-03AE-4D17-9B3E-ECCFBFF3321B}" destId="{31FFF5ED-40AE-461C-A481-02F431B953A8}" srcOrd="0" destOrd="0" parTransId="{62595396-896C-4EDE-95AE-C40EE946E04B}" sibTransId="{4FE58503-A27D-4C04-B6CF-6662C19191F3}"/>
    <dgm:cxn modelId="{A4032A8E-BB51-4EFC-A385-C3E7B3D239E5}" srcId="{3BAE068B-03AE-4D17-9B3E-ECCFBFF3321B}" destId="{552C012E-7BEE-4C68-8DA2-D36DA3C708AE}" srcOrd="5" destOrd="0" parTransId="{BC3500C7-337A-477C-97C2-EE6622B549E7}" sibTransId="{C762BD5F-31E1-4EFC-8DA6-60736EAE21B3}"/>
    <dgm:cxn modelId="{E8ACBF98-DCA2-407B-A016-54ABB81F1967}" srcId="{3BAE068B-03AE-4D17-9B3E-ECCFBFF3321B}" destId="{F6B7DB80-8589-43FA-BB58-5A6814EABBF4}" srcOrd="2" destOrd="0" parTransId="{ED1A0024-BDF7-4219-8038-E79FCCCBE3FE}" sibTransId="{38066CD5-9A2C-43EC-BD1A-54E4C27623B1}"/>
    <dgm:cxn modelId="{4083B69B-B863-43CB-915E-8239F5DBBDA6}" type="presOf" srcId="{A7F8A3FA-B481-4463-9BC9-FDC5E07AEE97}" destId="{B072F496-AEDD-4D07-9C61-B75A8A344685}" srcOrd="0" destOrd="0" presId="urn:microsoft.com/office/officeart/2016/7/layout/RepeatingBendingProcessNew"/>
    <dgm:cxn modelId="{3F9FCCAA-F54C-4EDE-8EE5-CE76CC44F2B8}" type="presOf" srcId="{38066CD5-9A2C-43EC-BD1A-54E4C27623B1}" destId="{B46906E6-8590-41CB-8C21-5AB0C3D40776}" srcOrd="0" destOrd="0" presId="urn:microsoft.com/office/officeart/2016/7/layout/RepeatingBendingProcessNew"/>
    <dgm:cxn modelId="{3F086EB0-5553-462A-A180-85CA12BA4C4A}" type="presOf" srcId="{552C012E-7BEE-4C68-8DA2-D36DA3C708AE}" destId="{9AD9A946-4DCC-42B5-B134-7BECFCEA58D4}" srcOrd="0" destOrd="0" presId="urn:microsoft.com/office/officeart/2016/7/layout/RepeatingBendingProcessNew"/>
    <dgm:cxn modelId="{8709D0BA-F025-4DF0-90EE-783186737B47}" type="presOf" srcId="{4FE58503-A27D-4C04-B6CF-6662C19191F3}" destId="{2FEF2E13-E6CE-4B65-B5EF-BD57B0899FDB}" srcOrd="0" destOrd="0" presId="urn:microsoft.com/office/officeart/2016/7/layout/RepeatingBendingProcessNew"/>
    <dgm:cxn modelId="{D4AD2EC6-165F-44B8-946F-6D67FF0745AF}" type="presOf" srcId="{FA0E59DB-4487-4D77-B2D7-BCBBE3922A8F}" destId="{614F43E6-7C75-405C-83AA-31BC74832874}" srcOrd="1" destOrd="0" presId="urn:microsoft.com/office/officeart/2016/7/layout/RepeatingBendingProcessNew"/>
    <dgm:cxn modelId="{5888F8CC-483E-4A1C-89B7-A50475DCA361}" type="presOf" srcId="{38066CD5-9A2C-43EC-BD1A-54E4C27623B1}" destId="{48C301AC-5DCF-4B0C-9966-BCF3E5582DD2}" srcOrd="1" destOrd="0" presId="urn:microsoft.com/office/officeart/2016/7/layout/RepeatingBendingProcessNew"/>
    <dgm:cxn modelId="{DDA4FDD3-5388-410D-9939-9689786C3739}" type="presOf" srcId="{0160DF3A-A0DD-4584-8FB8-A2489E278A31}" destId="{70DF9802-890B-475E-9B0F-DF9D91850A21}" srcOrd="0" destOrd="0" presId="urn:microsoft.com/office/officeart/2016/7/layout/RepeatingBendingProcessNew"/>
    <dgm:cxn modelId="{B489CDD4-EECA-441D-9B34-9A4BD71A7A9C}" type="presOf" srcId="{B2AC993E-A127-4595-A1A1-13B6228A9C67}" destId="{67084EFE-7A7B-44BF-AFFB-2313982E0828}" srcOrd="0" destOrd="0" presId="urn:microsoft.com/office/officeart/2016/7/layout/RepeatingBendingProcessNew"/>
    <dgm:cxn modelId="{241A2ED8-ED60-4563-82A1-ACE5A9115D73}" type="presOf" srcId="{FA0E59DB-4487-4D77-B2D7-BCBBE3922A8F}" destId="{F67B332D-2D07-477F-A1D6-917F729677DF}" srcOrd="0" destOrd="0" presId="urn:microsoft.com/office/officeart/2016/7/layout/RepeatingBendingProcessNew"/>
    <dgm:cxn modelId="{B2C46CED-6150-4FCB-9CD6-614B57CE5F0D}" srcId="{3BAE068B-03AE-4D17-9B3E-ECCFBFF3321B}" destId="{0160DF3A-A0DD-4584-8FB8-A2489E278A31}" srcOrd="1" destOrd="0" parTransId="{E476499E-07E5-41AD-8B4F-EDE9C4390194}" sibTransId="{377EB761-62F0-4A9D-B8B8-E53E1C1921E4}"/>
    <dgm:cxn modelId="{5A08A1F3-3825-4D26-9204-0324D81203AC}" type="presOf" srcId="{D3291002-43A7-495C-A2D7-7B972F5EE747}" destId="{11C3E9F8-6230-4049-B9D8-7F7CCE2DAD6A}" srcOrd="0" destOrd="0" presId="urn:microsoft.com/office/officeart/2016/7/layout/RepeatingBendingProcessNew"/>
    <dgm:cxn modelId="{329810B4-7888-46C4-B6E8-F5677C574F0D}" type="presParOf" srcId="{59C09852-D5D5-4ACB-9CE7-E0BECD54E199}" destId="{BCC892D6-8AB0-4A6B-80DC-1A7DB35F11A7}" srcOrd="0" destOrd="0" presId="urn:microsoft.com/office/officeart/2016/7/layout/RepeatingBendingProcessNew"/>
    <dgm:cxn modelId="{3D52764D-02D9-42FF-A88C-32B97535EE92}" type="presParOf" srcId="{59C09852-D5D5-4ACB-9CE7-E0BECD54E199}" destId="{2FEF2E13-E6CE-4B65-B5EF-BD57B0899FDB}" srcOrd="1" destOrd="0" presId="urn:microsoft.com/office/officeart/2016/7/layout/RepeatingBendingProcessNew"/>
    <dgm:cxn modelId="{747DFF22-437F-44B7-9E28-1B2D9079DFC7}" type="presParOf" srcId="{2FEF2E13-E6CE-4B65-B5EF-BD57B0899FDB}" destId="{58DD6E4B-8ECF-4A2A-87A1-996830F2A716}" srcOrd="0" destOrd="0" presId="urn:microsoft.com/office/officeart/2016/7/layout/RepeatingBendingProcessNew"/>
    <dgm:cxn modelId="{453913FB-6B32-45E2-B44C-9E49B05A0A12}" type="presParOf" srcId="{59C09852-D5D5-4ACB-9CE7-E0BECD54E199}" destId="{70DF9802-890B-475E-9B0F-DF9D91850A21}" srcOrd="2" destOrd="0" presId="urn:microsoft.com/office/officeart/2016/7/layout/RepeatingBendingProcessNew"/>
    <dgm:cxn modelId="{D843AF55-0C86-429E-A7BB-92AF4B830C6D}" type="presParOf" srcId="{59C09852-D5D5-4ACB-9CE7-E0BECD54E199}" destId="{CD5EC94D-04AE-45F7-9C30-C29DA9A72C1D}" srcOrd="3" destOrd="0" presId="urn:microsoft.com/office/officeart/2016/7/layout/RepeatingBendingProcessNew"/>
    <dgm:cxn modelId="{A269C426-CC5B-4C7B-9298-B9274620134C}" type="presParOf" srcId="{CD5EC94D-04AE-45F7-9C30-C29DA9A72C1D}" destId="{E053739A-6D78-4CFE-A1AF-1457B418142D}" srcOrd="0" destOrd="0" presId="urn:microsoft.com/office/officeart/2016/7/layout/RepeatingBendingProcessNew"/>
    <dgm:cxn modelId="{991955AF-5483-4AEF-8892-0072F7C99590}" type="presParOf" srcId="{59C09852-D5D5-4ACB-9CE7-E0BECD54E199}" destId="{E28CE0BB-A5BE-47CF-810A-862103FB6B87}" srcOrd="4" destOrd="0" presId="urn:microsoft.com/office/officeart/2016/7/layout/RepeatingBendingProcessNew"/>
    <dgm:cxn modelId="{CBA6C379-7C20-46CD-ADFC-5D4162C82FFF}" type="presParOf" srcId="{59C09852-D5D5-4ACB-9CE7-E0BECD54E199}" destId="{B46906E6-8590-41CB-8C21-5AB0C3D40776}" srcOrd="5" destOrd="0" presId="urn:microsoft.com/office/officeart/2016/7/layout/RepeatingBendingProcessNew"/>
    <dgm:cxn modelId="{0621116C-D715-40C6-9934-FF2A8DF9439A}" type="presParOf" srcId="{B46906E6-8590-41CB-8C21-5AB0C3D40776}" destId="{48C301AC-5DCF-4B0C-9966-BCF3E5582DD2}" srcOrd="0" destOrd="0" presId="urn:microsoft.com/office/officeart/2016/7/layout/RepeatingBendingProcessNew"/>
    <dgm:cxn modelId="{D423E58C-5B7A-41B0-9733-738D5D4E6A49}" type="presParOf" srcId="{59C09852-D5D5-4ACB-9CE7-E0BECD54E199}" destId="{B072F496-AEDD-4D07-9C61-B75A8A344685}" srcOrd="6" destOrd="0" presId="urn:microsoft.com/office/officeart/2016/7/layout/RepeatingBendingProcessNew"/>
    <dgm:cxn modelId="{31832629-38EC-4C50-AB90-D776C4506D92}" type="presParOf" srcId="{59C09852-D5D5-4ACB-9CE7-E0BECD54E199}" destId="{67084EFE-7A7B-44BF-AFFB-2313982E0828}" srcOrd="7" destOrd="0" presId="urn:microsoft.com/office/officeart/2016/7/layout/RepeatingBendingProcessNew"/>
    <dgm:cxn modelId="{28EFB492-8F18-4DE2-853A-26869E0E3213}" type="presParOf" srcId="{67084EFE-7A7B-44BF-AFFB-2313982E0828}" destId="{0B51F93C-B51B-4230-8F57-3620A15828EB}" srcOrd="0" destOrd="0" presId="urn:microsoft.com/office/officeart/2016/7/layout/RepeatingBendingProcessNew"/>
    <dgm:cxn modelId="{CAA55A10-9AB4-4FB5-B8F5-F6476B79C3F1}" type="presParOf" srcId="{59C09852-D5D5-4ACB-9CE7-E0BECD54E199}" destId="{11C3E9F8-6230-4049-B9D8-7F7CCE2DAD6A}" srcOrd="8" destOrd="0" presId="urn:microsoft.com/office/officeart/2016/7/layout/RepeatingBendingProcessNew"/>
    <dgm:cxn modelId="{6A55C56A-4D48-4B3E-B866-E26B98047E5A}" type="presParOf" srcId="{59C09852-D5D5-4ACB-9CE7-E0BECD54E199}" destId="{F67B332D-2D07-477F-A1D6-917F729677DF}" srcOrd="9" destOrd="0" presId="urn:microsoft.com/office/officeart/2016/7/layout/RepeatingBendingProcessNew"/>
    <dgm:cxn modelId="{884A1EBB-E310-4C14-A009-CA334A430270}" type="presParOf" srcId="{F67B332D-2D07-477F-A1D6-917F729677DF}" destId="{614F43E6-7C75-405C-83AA-31BC74832874}" srcOrd="0" destOrd="0" presId="urn:microsoft.com/office/officeart/2016/7/layout/RepeatingBendingProcessNew"/>
    <dgm:cxn modelId="{87A45517-AF2B-4F04-9916-F9A95E2D27DD}" type="presParOf" srcId="{59C09852-D5D5-4ACB-9CE7-E0BECD54E199}" destId="{9AD9A946-4DCC-42B5-B134-7BECFCEA58D4}" srcOrd="10"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55A2C1-DAE7-448B-97D1-850D45B8E9EF}"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5F88926E-2D99-43E9-A1E4-35B3C5DDE0B6}">
      <dgm:prSet/>
      <dgm:spPr/>
      <dgm:t>
        <a:bodyPr/>
        <a:lstStyle/>
        <a:p>
          <a:r>
            <a:rPr lang="en-US" b="1"/>
            <a:t>Grid Search</a:t>
          </a:r>
          <a:r>
            <a:rPr lang="en-US"/>
            <a:t>: Tuning model parameters to improve accuracy.</a:t>
          </a:r>
        </a:p>
      </dgm:t>
    </dgm:pt>
    <dgm:pt modelId="{EAEBDF75-5293-4EFC-9941-AA7158B4F8B9}" type="parTrans" cxnId="{EF97A87D-25F8-4A9F-AFD6-653E771BBA21}">
      <dgm:prSet/>
      <dgm:spPr/>
      <dgm:t>
        <a:bodyPr/>
        <a:lstStyle/>
        <a:p>
          <a:endParaRPr lang="en-US"/>
        </a:p>
      </dgm:t>
    </dgm:pt>
    <dgm:pt modelId="{CDE5A257-DA9C-41AE-AF14-AAD141623700}" type="sibTrans" cxnId="{EF97A87D-25F8-4A9F-AFD6-653E771BBA21}">
      <dgm:prSet/>
      <dgm:spPr/>
      <dgm:t>
        <a:bodyPr/>
        <a:lstStyle/>
        <a:p>
          <a:endParaRPr lang="en-US"/>
        </a:p>
      </dgm:t>
    </dgm:pt>
    <dgm:pt modelId="{D97A6F37-5652-42FA-B57B-30158697DBC8}">
      <dgm:prSet/>
      <dgm:spPr/>
      <dgm:t>
        <a:bodyPr/>
        <a:lstStyle/>
        <a:p>
          <a:r>
            <a:rPr lang="en-US" b="1"/>
            <a:t>Cross-Validation</a:t>
          </a:r>
          <a:r>
            <a:rPr lang="en-US"/>
            <a:t>: Validate model performance on unseen data.</a:t>
          </a:r>
        </a:p>
      </dgm:t>
    </dgm:pt>
    <dgm:pt modelId="{15E14FA2-9D9C-4324-BAA3-0964178E6D67}" type="parTrans" cxnId="{1CDD0403-40F8-47F1-B250-CC737E4B754E}">
      <dgm:prSet/>
      <dgm:spPr/>
      <dgm:t>
        <a:bodyPr/>
        <a:lstStyle/>
        <a:p>
          <a:endParaRPr lang="en-US"/>
        </a:p>
      </dgm:t>
    </dgm:pt>
    <dgm:pt modelId="{DA3B9407-0E21-452F-9667-14B9C5777C47}" type="sibTrans" cxnId="{1CDD0403-40F8-47F1-B250-CC737E4B754E}">
      <dgm:prSet/>
      <dgm:spPr/>
      <dgm:t>
        <a:bodyPr/>
        <a:lstStyle/>
        <a:p>
          <a:endParaRPr lang="en-US"/>
        </a:p>
      </dgm:t>
    </dgm:pt>
    <dgm:pt modelId="{68EBC970-AE68-4DBE-9741-6FA542EAC495}">
      <dgm:prSet/>
      <dgm:spPr/>
      <dgm:t>
        <a:bodyPr/>
        <a:lstStyle/>
        <a:p>
          <a:r>
            <a:rPr lang="en-US" b="1"/>
            <a:t>RandomizedSearchCV</a:t>
          </a:r>
          <a:r>
            <a:rPr lang="en-US"/>
            <a:t>: Explore hyperparameter space more efficiently.</a:t>
          </a:r>
        </a:p>
      </dgm:t>
    </dgm:pt>
    <dgm:pt modelId="{0AEF0728-EA89-4750-8965-42345A304118}" type="parTrans" cxnId="{2A63ED55-0FEA-4EBC-8DAA-CB816313643D}">
      <dgm:prSet/>
      <dgm:spPr/>
      <dgm:t>
        <a:bodyPr/>
        <a:lstStyle/>
        <a:p>
          <a:endParaRPr lang="en-US"/>
        </a:p>
      </dgm:t>
    </dgm:pt>
    <dgm:pt modelId="{F55BE5E1-0212-43C4-838A-C6AD2A1C5B91}" type="sibTrans" cxnId="{2A63ED55-0FEA-4EBC-8DAA-CB816313643D}">
      <dgm:prSet/>
      <dgm:spPr/>
      <dgm:t>
        <a:bodyPr/>
        <a:lstStyle/>
        <a:p>
          <a:endParaRPr lang="en-US"/>
        </a:p>
      </dgm:t>
    </dgm:pt>
    <dgm:pt modelId="{E0BBEB2A-7C91-479E-83FE-002BDCE77ADF}">
      <dgm:prSet/>
      <dgm:spPr/>
      <dgm:t>
        <a:bodyPr/>
        <a:lstStyle/>
        <a:p>
          <a:r>
            <a:rPr lang="en-US" b="1"/>
            <a:t>Tuning criteria</a:t>
          </a:r>
          <a:r>
            <a:rPr lang="en-US"/>
            <a:t>: Optimize for RMSE and MAE.</a:t>
          </a:r>
        </a:p>
      </dgm:t>
    </dgm:pt>
    <dgm:pt modelId="{42CCE5C7-575C-4978-87C5-571AFAF45F8E}" type="parTrans" cxnId="{83B4EF12-626E-4DCA-B22E-70C33C7A73C1}">
      <dgm:prSet/>
      <dgm:spPr/>
      <dgm:t>
        <a:bodyPr/>
        <a:lstStyle/>
        <a:p>
          <a:endParaRPr lang="en-US"/>
        </a:p>
      </dgm:t>
    </dgm:pt>
    <dgm:pt modelId="{E3F2FD66-4BA0-446D-A04D-ABB9528B0B63}" type="sibTrans" cxnId="{83B4EF12-626E-4DCA-B22E-70C33C7A73C1}">
      <dgm:prSet/>
      <dgm:spPr/>
      <dgm:t>
        <a:bodyPr/>
        <a:lstStyle/>
        <a:p>
          <a:endParaRPr lang="en-US"/>
        </a:p>
      </dgm:t>
    </dgm:pt>
    <dgm:pt modelId="{60C251D2-D0E7-46F1-89E2-687FDD4FA8A6}">
      <dgm:prSet/>
      <dgm:spPr/>
      <dgm:t>
        <a:bodyPr/>
        <a:lstStyle/>
        <a:p>
          <a:r>
            <a:rPr lang="en-US"/>
            <a:t>Results from grid search lead to improved model selection.</a:t>
          </a:r>
        </a:p>
      </dgm:t>
    </dgm:pt>
    <dgm:pt modelId="{C6A70FC9-66C3-4441-AE4C-D3821F7DB8E3}" type="parTrans" cxnId="{19F9A863-C221-46CA-BDE2-9DE6B781DC90}">
      <dgm:prSet/>
      <dgm:spPr/>
      <dgm:t>
        <a:bodyPr/>
        <a:lstStyle/>
        <a:p>
          <a:endParaRPr lang="en-US"/>
        </a:p>
      </dgm:t>
    </dgm:pt>
    <dgm:pt modelId="{65D9D950-C8B7-4A0C-A617-DC54C8824030}" type="sibTrans" cxnId="{19F9A863-C221-46CA-BDE2-9DE6B781DC90}">
      <dgm:prSet/>
      <dgm:spPr/>
      <dgm:t>
        <a:bodyPr/>
        <a:lstStyle/>
        <a:p>
          <a:endParaRPr lang="en-US"/>
        </a:p>
      </dgm:t>
    </dgm:pt>
    <dgm:pt modelId="{8BFF8459-EC65-4B27-9402-7EBC5CDC7E07}">
      <dgm:prSet/>
      <dgm:spPr/>
      <dgm:t>
        <a:bodyPr/>
        <a:lstStyle/>
        <a:p>
          <a:r>
            <a:rPr lang="en-US"/>
            <a:t>Comparison of hyperparameter effects on model performance.</a:t>
          </a:r>
        </a:p>
      </dgm:t>
    </dgm:pt>
    <dgm:pt modelId="{D0A1718F-97A5-44EA-821E-0828A0E2F157}" type="parTrans" cxnId="{A948DBC8-6A27-41F8-A60A-B8B876D50DA9}">
      <dgm:prSet/>
      <dgm:spPr/>
      <dgm:t>
        <a:bodyPr/>
        <a:lstStyle/>
        <a:p>
          <a:endParaRPr lang="en-US"/>
        </a:p>
      </dgm:t>
    </dgm:pt>
    <dgm:pt modelId="{583DB8CE-7E97-4A3A-938D-E6620BE1E503}" type="sibTrans" cxnId="{A948DBC8-6A27-41F8-A60A-B8B876D50DA9}">
      <dgm:prSet/>
      <dgm:spPr/>
      <dgm:t>
        <a:bodyPr/>
        <a:lstStyle/>
        <a:p>
          <a:endParaRPr lang="en-US"/>
        </a:p>
      </dgm:t>
    </dgm:pt>
    <dgm:pt modelId="{A39FA296-E2D7-427F-B12B-83DEE20F7326}" type="pres">
      <dgm:prSet presAssocID="{8555A2C1-DAE7-448B-97D1-850D45B8E9EF}" presName="diagram" presStyleCnt="0">
        <dgm:presLayoutVars>
          <dgm:dir/>
          <dgm:resizeHandles val="exact"/>
        </dgm:presLayoutVars>
      </dgm:prSet>
      <dgm:spPr/>
    </dgm:pt>
    <dgm:pt modelId="{CFBDC3B6-FAA0-4C5E-89A2-D7FD089D53F5}" type="pres">
      <dgm:prSet presAssocID="{5F88926E-2D99-43E9-A1E4-35B3C5DDE0B6}" presName="node" presStyleLbl="node1" presStyleIdx="0" presStyleCnt="6">
        <dgm:presLayoutVars>
          <dgm:bulletEnabled val="1"/>
        </dgm:presLayoutVars>
      </dgm:prSet>
      <dgm:spPr/>
    </dgm:pt>
    <dgm:pt modelId="{714C55FB-3EAE-4D84-94D7-3887AA485D3D}" type="pres">
      <dgm:prSet presAssocID="{CDE5A257-DA9C-41AE-AF14-AAD141623700}" presName="sibTrans" presStyleCnt="0"/>
      <dgm:spPr/>
    </dgm:pt>
    <dgm:pt modelId="{663DD4E4-7324-473A-BFF3-2B61C631E5E4}" type="pres">
      <dgm:prSet presAssocID="{D97A6F37-5652-42FA-B57B-30158697DBC8}" presName="node" presStyleLbl="node1" presStyleIdx="1" presStyleCnt="6">
        <dgm:presLayoutVars>
          <dgm:bulletEnabled val="1"/>
        </dgm:presLayoutVars>
      </dgm:prSet>
      <dgm:spPr/>
    </dgm:pt>
    <dgm:pt modelId="{C5E958DE-8E64-4354-AA6F-77D75668BFB2}" type="pres">
      <dgm:prSet presAssocID="{DA3B9407-0E21-452F-9667-14B9C5777C47}" presName="sibTrans" presStyleCnt="0"/>
      <dgm:spPr/>
    </dgm:pt>
    <dgm:pt modelId="{334B3392-91DC-40E2-B4DF-CBB3765D6B09}" type="pres">
      <dgm:prSet presAssocID="{68EBC970-AE68-4DBE-9741-6FA542EAC495}" presName="node" presStyleLbl="node1" presStyleIdx="2" presStyleCnt="6">
        <dgm:presLayoutVars>
          <dgm:bulletEnabled val="1"/>
        </dgm:presLayoutVars>
      </dgm:prSet>
      <dgm:spPr/>
    </dgm:pt>
    <dgm:pt modelId="{FBB0EFD4-3DF0-45A5-BEFB-173626D098F6}" type="pres">
      <dgm:prSet presAssocID="{F55BE5E1-0212-43C4-838A-C6AD2A1C5B91}" presName="sibTrans" presStyleCnt="0"/>
      <dgm:spPr/>
    </dgm:pt>
    <dgm:pt modelId="{66AE3D34-DD83-4A4A-91F0-F4F3524BF944}" type="pres">
      <dgm:prSet presAssocID="{E0BBEB2A-7C91-479E-83FE-002BDCE77ADF}" presName="node" presStyleLbl="node1" presStyleIdx="3" presStyleCnt="6">
        <dgm:presLayoutVars>
          <dgm:bulletEnabled val="1"/>
        </dgm:presLayoutVars>
      </dgm:prSet>
      <dgm:spPr/>
    </dgm:pt>
    <dgm:pt modelId="{B66FFB82-FEDC-48DA-B8B9-D016E3549CFD}" type="pres">
      <dgm:prSet presAssocID="{E3F2FD66-4BA0-446D-A04D-ABB9528B0B63}" presName="sibTrans" presStyleCnt="0"/>
      <dgm:spPr/>
    </dgm:pt>
    <dgm:pt modelId="{C641B34A-E36C-4DB8-9F5A-227827A25CB4}" type="pres">
      <dgm:prSet presAssocID="{60C251D2-D0E7-46F1-89E2-687FDD4FA8A6}" presName="node" presStyleLbl="node1" presStyleIdx="4" presStyleCnt="6">
        <dgm:presLayoutVars>
          <dgm:bulletEnabled val="1"/>
        </dgm:presLayoutVars>
      </dgm:prSet>
      <dgm:spPr/>
    </dgm:pt>
    <dgm:pt modelId="{B0A5925E-3D66-4414-8BA6-D8DA8CFF2044}" type="pres">
      <dgm:prSet presAssocID="{65D9D950-C8B7-4A0C-A617-DC54C8824030}" presName="sibTrans" presStyleCnt="0"/>
      <dgm:spPr/>
    </dgm:pt>
    <dgm:pt modelId="{6FAC1BA3-9603-4364-8E16-5288B371B8F7}" type="pres">
      <dgm:prSet presAssocID="{8BFF8459-EC65-4B27-9402-7EBC5CDC7E07}" presName="node" presStyleLbl="node1" presStyleIdx="5" presStyleCnt="6">
        <dgm:presLayoutVars>
          <dgm:bulletEnabled val="1"/>
        </dgm:presLayoutVars>
      </dgm:prSet>
      <dgm:spPr/>
    </dgm:pt>
  </dgm:ptLst>
  <dgm:cxnLst>
    <dgm:cxn modelId="{1CDD0403-40F8-47F1-B250-CC737E4B754E}" srcId="{8555A2C1-DAE7-448B-97D1-850D45B8E9EF}" destId="{D97A6F37-5652-42FA-B57B-30158697DBC8}" srcOrd="1" destOrd="0" parTransId="{15E14FA2-9D9C-4324-BAA3-0964178E6D67}" sibTransId="{DA3B9407-0E21-452F-9667-14B9C5777C47}"/>
    <dgm:cxn modelId="{83B4EF12-626E-4DCA-B22E-70C33C7A73C1}" srcId="{8555A2C1-DAE7-448B-97D1-850D45B8E9EF}" destId="{E0BBEB2A-7C91-479E-83FE-002BDCE77ADF}" srcOrd="3" destOrd="0" parTransId="{42CCE5C7-575C-4978-87C5-571AFAF45F8E}" sibTransId="{E3F2FD66-4BA0-446D-A04D-ABB9528B0B63}"/>
    <dgm:cxn modelId="{ED220D5C-34A8-4B57-8144-6B4D05CF71D6}" type="presOf" srcId="{5F88926E-2D99-43E9-A1E4-35B3C5DDE0B6}" destId="{CFBDC3B6-FAA0-4C5E-89A2-D7FD089D53F5}" srcOrd="0" destOrd="0" presId="urn:microsoft.com/office/officeart/2005/8/layout/default"/>
    <dgm:cxn modelId="{19F9A863-C221-46CA-BDE2-9DE6B781DC90}" srcId="{8555A2C1-DAE7-448B-97D1-850D45B8E9EF}" destId="{60C251D2-D0E7-46F1-89E2-687FDD4FA8A6}" srcOrd="4" destOrd="0" parTransId="{C6A70FC9-66C3-4441-AE4C-D3821F7DB8E3}" sibTransId="{65D9D950-C8B7-4A0C-A617-DC54C8824030}"/>
    <dgm:cxn modelId="{5013FA66-7871-445B-B3B2-4615910FDB2C}" type="presOf" srcId="{8555A2C1-DAE7-448B-97D1-850D45B8E9EF}" destId="{A39FA296-E2D7-427F-B12B-83DEE20F7326}" srcOrd="0" destOrd="0" presId="urn:microsoft.com/office/officeart/2005/8/layout/default"/>
    <dgm:cxn modelId="{FFDB5968-9E0A-425A-AD45-5B69B65B1851}" type="presOf" srcId="{68EBC970-AE68-4DBE-9741-6FA542EAC495}" destId="{334B3392-91DC-40E2-B4DF-CBB3765D6B09}" srcOrd="0" destOrd="0" presId="urn:microsoft.com/office/officeart/2005/8/layout/default"/>
    <dgm:cxn modelId="{2A63ED55-0FEA-4EBC-8DAA-CB816313643D}" srcId="{8555A2C1-DAE7-448B-97D1-850D45B8E9EF}" destId="{68EBC970-AE68-4DBE-9741-6FA542EAC495}" srcOrd="2" destOrd="0" parTransId="{0AEF0728-EA89-4750-8965-42345A304118}" sibTransId="{F55BE5E1-0212-43C4-838A-C6AD2A1C5B91}"/>
    <dgm:cxn modelId="{EF97A87D-25F8-4A9F-AFD6-653E771BBA21}" srcId="{8555A2C1-DAE7-448B-97D1-850D45B8E9EF}" destId="{5F88926E-2D99-43E9-A1E4-35B3C5DDE0B6}" srcOrd="0" destOrd="0" parTransId="{EAEBDF75-5293-4EFC-9941-AA7158B4F8B9}" sibTransId="{CDE5A257-DA9C-41AE-AF14-AAD141623700}"/>
    <dgm:cxn modelId="{CA567480-8861-4C0B-B231-468FB2A1528F}" type="presOf" srcId="{8BFF8459-EC65-4B27-9402-7EBC5CDC7E07}" destId="{6FAC1BA3-9603-4364-8E16-5288B371B8F7}" srcOrd="0" destOrd="0" presId="urn:microsoft.com/office/officeart/2005/8/layout/default"/>
    <dgm:cxn modelId="{D6082AC4-C687-4BBD-9172-CABCC0107B2D}" type="presOf" srcId="{60C251D2-D0E7-46F1-89E2-687FDD4FA8A6}" destId="{C641B34A-E36C-4DB8-9F5A-227827A25CB4}" srcOrd="0" destOrd="0" presId="urn:microsoft.com/office/officeart/2005/8/layout/default"/>
    <dgm:cxn modelId="{A948DBC8-6A27-41F8-A60A-B8B876D50DA9}" srcId="{8555A2C1-DAE7-448B-97D1-850D45B8E9EF}" destId="{8BFF8459-EC65-4B27-9402-7EBC5CDC7E07}" srcOrd="5" destOrd="0" parTransId="{D0A1718F-97A5-44EA-821E-0828A0E2F157}" sibTransId="{583DB8CE-7E97-4A3A-938D-E6620BE1E503}"/>
    <dgm:cxn modelId="{B6EC15D6-391B-4146-9134-CC38E15DFB01}" type="presOf" srcId="{E0BBEB2A-7C91-479E-83FE-002BDCE77ADF}" destId="{66AE3D34-DD83-4A4A-91F0-F4F3524BF944}" srcOrd="0" destOrd="0" presId="urn:microsoft.com/office/officeart/2005/8/layout/default"/>
    <dgm:cxn modelId="{F0B51BEC-F257-490A-9182-1837B04D48C2}" type="presOf" srcId="{D97A6F37-5652-42FA-B57B-30158697DBC8}" destId="{663DD4E4-7324-473A-BFF3-2B61C631E5E4}" srcOrd="0" destOrd="0" presId="urn:microsoft.com/office/officeart/2005/8/layout/default"/>
    <dgm:cxn modelId="{9A393727-3027-4087-894E-FD9A2E07BD5C}" type="presParOf" srcId="{A39FA296-E2D7-427F-B12B-83DEE20F7326}" destId="{CFBDC3B6-FAA0-4C5E-89A2-D7FD089D53F5}" srcOrd="0" destOrd="0" presId="urn:microsoft.com/office/officeart/2005/8/layout/default"/>
    <dgm:cxn modelId="{6FE8C2D9-9B22-4236-91A0-FCB7F3557DAB}" type="presParOf" srcId="{A39FA296-E2D7-427F-B12B-83DEE20F7326}" destId="{714C55FB-3EAE-4D84-94D7-3887AA485D3D}" srcOrd="1" destOrd="0" presId="urn:microsoft.com/office/officeart/2005/8/layout/default"/>
    <dgm:cxn modelId="{21B51A45-5169-400E-8214-190A472F7C96}" type="presParOf" srcId="{A39FA296-E2D7-427F-B12B-83DEE20F7326}" destId="{663DD4E4-7324-473A-BFF3-2B61C631E5E4}" srcOrd="2" destOrd="0" presId="urn:microsoft.com/office/officeart/2005/8/layout/default"/>
    <dgm:cxn modelId="{FB0AA175-E1EB-4D65-B08B-BC878A80393B}" type="presParOf" srcId="{A39FA296-E2D7-427F-B12B-83DEE20F7326}" destId="{C5E958DE-8E64-4354-AA6F-77D75668BFB2}" srcOrd="3" destOrd="0" presId="urn:microsoft.com/office/officeart/2005/8/layout/default"/>
    <dgm:cxn modelId="{609D46B2-28C8-477A-A39B-F1ABF7505B58}" type="presParOf" srcId="{A39FA296-E2D7-427F-B12B-83DEE20F7326}" destId="{334B3392-91DC-40E2-B4DF-CBB3765D6B09}" srcOrd="4" destOrd="0" presId="urn:microsoft.com/office/officeart/2005/8/layout/default"/>
    <dgm:cxn modelId="{936DC576-ACDD-4F45-857B-1759E74AA1AF}" type="presParOf" srcId="{A39FA296-E2D7-427F-B12B-83DEE20F7326}" destId="{FBB0EFD4-3DF0-45A5-BEFB-173626D098F6}" srcOrd="5" destOrd="0" presId="urn:microsoft.com/office/officeart/2005/8/layout/default"/>
    <dgm:cxn modelId="{7BB5F6BD-96F7-4C86-B2F7-F9A4F16CC8D7}" type="presParOf" srcId="{A39FA296-E2D7-427F-B12B-83DEE20F7326}" destId="{66AE3D34-DD83-4A4A-91F0-F4F3524BF944}" srcOrd="6" destOrd="0" presId="urn:microsoft.com/office/officeart/2005/8/layout/default"/>
    <dgm:cxn modelId="{885E365C-CCF7-4E6E-B211-A5C65E3794BD}" type="presParOf" srcId="{A39FA296-E2D7-427F-B12B-83DEE20F7326}" destId="{B66FFB82-FEDC-48DA-B8B9-D016E3549CFD}" srcOrd="7" destOrd="0" presId="urn:microsoft.com/office/officeart/2005/8/layout/default"/>
    <dgm:cxn modelId="{4DA1C277-4BC3-462A-88AD-4A8410250AF9}" type="presParOf" srcId="{A39FA296-E2D7-427F-B12B-83DEE20F7326}" destId="{C641B34A-E36C-4DB8-9F5A-227827A25CB4}" srcOrd="8" destOrd="0" presId="urn:microsoft.com/office/officeart/2005/8/layout/default"/>
    <dgm:cxn modelId="{E8420EB2-3380-432B-9C61-7E7FFCD09D50}" type="presParOf" srcId="{A39FA296-E2D7-427F-B12B-83DEE20F7326}" destId="{B0A5925E-3D66-4414-8BA6-D8DA8CFF2044}" srcOrd="9" destOrd="0" presId="urn:microsoft.com/office/officeart/2005/8/layout/default"/>
    <dgm:cxn modelId="{31B96F6E-3615-4644-81D4-40789F96AD71}" type="presParOf" srcId="{A39FA296-E2D7-427F-B12B-83DEE20F7326}" destId="{6FAC1BA3-9603-4364-8E16-5288B371B8F7}"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C2F8CA0-B5EA-468B-B964-1FFE64AE157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C681788-A919-4232-8A82-D80FDAB3A046}">
      <dgm:prSet/>
      <dgm:spPr/>
      <dgm:t>
        <a:bodyPr/>
        <a:lstStyle/>
        <a:p>
          <a:pPr>
            <a:lnSpc>
              <a:spcPct val="100000"/>
            </a:lnSpc>
          </a:pPr>
          <a:r>
            <a:rPr lang="en-US" b="1"/>
            <a:t>Model performance metrics</a:t>
          </a:r>
          <a:r>
            <a:rPr lang="en-US"/>
            <a:t>: RMSE, MAE, and R².</a:t>
          </a:r>
        </a:p>
      </dgm:t>
    </dgm:pt>
    <dgm:pt modelId="{8892E7DE-E7C5-477F-B363-33142965C367}" type="parTrans" cxnId="{2572D9F2-0991-4E91-9DDF-4011D532BE1B}">
      <dgm:prSet/>
      <dgm:spPr/>
      <dgm:t>
        <a:bodyPr/>
        <a:lstStyle/>
        <a:p>
          <a:endParaRPr lang="en-US"/>
        </a:p>
      </dgm:t>
    </dgm:pt>
    <dgm:pt modelId="{5C62C197-58A3-45D8-8696-246640696A05}" type="sibTrans" cxnId="{2572D9F2-0991-4E91-9DDF-4011D532BE1B}">
      <dgm:prSet/>
      <dgm:spPr/>
      <dgm:t>
        <a:bodyPr/>
        <a:lstStyle/>
        <a:p>
          <a:pPr>
            <a:lnSpc>
              <a:spcPct val="100000"/>
            </a:lnSpc>
          </a:pPr>
          <a:endParaRPr lang="en-US"/>
        </a:p>
      </dgm:t>
    </dgm:pt>
    <dgm:pt modelId="{A3D42B4D-40B0-4E13-95B1-FBD420856C7F}">
      <dgm:prSet/>
      <dgm:spPr/>
      <dgm:t>
        <a:bodyPr/>
        <a:lstStyle/>
        <a:p>
          <a:pPr>
            <a:lnSpc>
              <a:spcPct val="100000"/>
            </a:lnSpc>
          </a:pPr>
          <a:r>
            <a:rPr lang="en-US"/>
            <a:t>XGBoost showed the best performance with an RMSE of 5.3.</a:t>
          </a:r>
        </a:p>
      </dgm:t>
    </dgm:pt>
    <dgm:pt modelId="{03D65074-C19E-4A3C-B2DC-B79EF6D2E133}" type="parTrans" cxnId="{C2C49F22-5E4A-4DD9-999D-A5E1A6A032BF}">
      <dgm:prSet/>
      <dgm:spPr/>
      <dgm:t>
        <a:bodyPr/>
        <a:lstStyle/>
        <a:p>
          <a:endParaRPr lang="en-US"/>
        </a:p>
      </dgm:t>
    </dgm:pt>
    <dgm:pt modelId="{7E97A043-687E-40D5-8E6B-72C8D71AFB5C}" type="sibTrans" cxnId="{C2C49F22-5E4A-4DD9-999D-A5E1A6A032BF}">
      <dgm:prSet/>
      <dgm:spPr/>
      <dgm:t>
        <a:bodyPr/>
        <a:lstStyle/>
        <a:p>
          <a:pPr>
            <a:lnSpc>
              <a:spcPct val="100000"/>
            </a:lnSpc>
          </a:pPr>
          <a:endParaRPr lang="en-US"/>
        </a:p>
      </dgm:t>
    </dgm:pt>
    <dgm:pt modelId="{01DCDFBD-1268-491E-9C47-2EFC3D3934F8}">
      <dgm:prSet/>
      <dgm:spPr/>
      <dgm:t>
        <a:bodyPr/>
        <a:lstStyle/>
        <a:p>
          <a:pPr>
            <a:lnSpc>
              <a:spcPct val="100000"/>
            </a:lnSpc>
          </a:pPr>
          <a:r>
            <a:rPr lang="en-US"/>
            <a:t>Random Forest also performed well with an RMSE of 6.1.</a:t>
          </a:r>
        </a:p>
      </dgm:t>
    </dgm:pt>
    <dgm:pt modelId="{E52B89AB-CE1D-4920-94AE-67EE135681C1}" type="parTrans" cxnId="{94CAE2BE-7A0E-4979-9A08-4514BE5E83F3}">
      <dgm:prSet/>
      <dgm:spPr/>
      <dgm:t>
        <a:bodyPr/>
        <a:lstStyle/>
        <a:p>
          <a:endParaRPr lang="en-US"/>
        </a:p>
      </dgm:t>
    </dgm:pt>
    <dgm:pt modelId="{D81D94C3-7683-407C-8DC3-40F136B2AAB0}" type="sibTrans" cxnId="{94CAE2BE-7A0E-4979-9A08-4514BE5E83F3}">
      <dgm:prSet/>
      <dgm:spPr/>
      <dgm:t>
        <a:bodyPr/>
        <a:lstStyle/>
        <a:p>
          <a:pPr>
            <a:lnSpc>
              <a:spcPct val="100000"/>
            </a:lnSpc>
          </a:pPr>
          <a:endParaRPr lang="en-US"/>
        </a:p>
      </dgm:t>
    </dgm:pt>
    <dgm:pt modelId="{C33CFE4E-E49F-44EB-B4B8-C81B67759E93}">
      <dgm:prSet/>
      <dgm:spPr/>
      <dgm:t>
        <a:bodyPr/>
        <a:lstStyle/>
        <a:p>
          <a:pPr>
            <a:lnSpc>
              <a:spcPct val="100000"/>
            </a:lnSpc>
          </a:pPr>
          <a:r>
            <a:rPr lang="en-US"/>
            <a:t>LSTM underperformed on this dataset due to overfitting.</a:t>
          </a:r>
        </a:p>
      </dgm:t>
    </dgm:pt>
    <dgm:pt modelId="{92AD7B43-4C90-482B-A076-242509D59E9C}" type="parTrans" cxnId="{AD7B3F05-D009-42F5-A2A8-15B231C90728}">
      <dgm:prSet/>
      <dgm:spPr/>
      <dgm:t>
        <a:bodyPr/>
        <a:lstStyle/>
        <a:p>
          <a:endParaRPr lang="en-US"/>
        </a:p>
      </dgm:t>
    </dgm:pt>
    <dgm:pt modelId="{1539260E-A974-4EE8-8319-F77765125411}" type="sibTrans" cxnId="{AD7B3F05-D009-42F5-A2A8-15B231C90728}">
      <dgm:prSet/>
      <dgm:spPr/>
      <dgm:t>
        <a:bodyPr/>
        <a:lstStyle/>
        <a:p>
          <a:pPr>
            <a:lnSpc>
              <a:spcPct val="100000"/>
            </a:lnSpc>
          </a:pPr>
          <a:endParaRPr lang="en-US"/>
        </a:p>
      </dgm:t>
    </dgm:pt>
    <dgm:pt modelId="{E1D33497-2C65-4242-85CC-75958995A406}">
      <dgm:prSet/>
      <dgm:spPr/>
      <dgm:t>
        <a:bodyPr/>
        <a:lstStyle/>
        <a:p>
          <a:pPr>
            <a:lnSpc>
              <a:spcPct val="100000"/>
            </a:lnSpc>
          </a:pPr>
          <a:r>
            <a:rPr lang="en-US"/>
            <a:t>The models generally predicted sales trends accurately.</a:t>
          </a:r>
        </a:p>
      </dgm:t>
    </dgm:pt>
    <dgm:pt modelId="{772F3213-E95F-4B18-8362-AEE927ACCCEF}" type="parTrans" cxnId="{F0B836D5-31E5-4A9C-AA8C-D252BDB4B1E5}">
      <dgm:prSet/>
      <dgm:spPr/>
      <dgm:t>
        <a:bodyPr/>
        <a:lstStyle/>
        <a:p>
          <a:endParaRPr lang="en-US"/>
        </a:p>
      </dgm:t>
    </dgm:pt>
    <dgm:pt modelId="{6CD9AB84-D67C-4C7E-8746-6388A14524F8}" type="sibTrans" cxnId="{F0B836D5-31E5-4A9C-AA8C-D252BDB4B1E5}">
      <dgm:prSet/>
      <dgm:spPr/>
      <dgm:t>
        <a:bodyPr/>
        <a:lstStyle/>
        <a:p>
          <a:pPr>
            <a:lnSpc>
              <a:spcPct val="100000"/>
            </a:lnSpc>
          </a:pPr>
          <a:endParaRPr lang="en-US"/>
        </a:p>
      </dgm:t>
    </dgm:pt>
    <dgm:pt modelId="{51549A1D-B1D6-433A-8C93-1FBF1DA24E5E}">
      <dgm:prSet/>
      <dgm:spPr/>
      <dgm:t>
        <a:bodyPr/>
        <a:lstStyle/>
        <a:p>
          <a:pPr>
            <a:lnSpc>
              <a:spcPct val="100000"/>
            </a:lnSpc>
          </a:pPr>
          <a:r>
            <a:rPr lang="en-US"/>
            <a:t>Discuss how the results align with or differ from the literature.</a:t>
          </a:r>
        </a:p>
      </dgm:t>
    </dgm:pt>
    <dgm:pt modelId="{C6CD7FA4-5515-46DC-93BA-8492CC7D71F4}" type="parTrans" cxnId="{AF1E2A7A-7753-45E0-85C1-5CA2BF8184E5}">
      <dgm:prSet/>
      <dgm:spPr/>
      <dgm:t>
        <a:bodyPr/>
        <a:lstStyle/>
        <a:p>
          <a:endParaRPr lang="en-US"/>
        </a:p>
      </dgm:t>
    </dgm:pt>
    <dgm:pt modelId="{179E405A-A4F1-4156-B755-E06271319C48}" type="sibTrans" cxnId="{AF1E2A7A-7753-45E0-85C1-5CA2BF8184E5}">
      <dgm:prSet/>
      <dgm:spPr/>
      <dgm:t>
        <a:bodyPr/>
        <a:lstStyle/>
        <a:p>
          <a:endParaRPr lang="en-US"/>
        </a:p>
      </dgm:t>
    </dgm:pt>
    <dgm:pt modelId="{A6BAAE30-FE40-407B-A15A-3AD4518C7548}" type="pres">
      <dgm:prSet presAssocID="{0C2F8CA0-B5EA-468B-B964-1FFE64AE157E}" presName="root" presStyleCnt="0">
        <dgm:presLayoutVars>
          <dgm:dir/>
          <dgm:resizeHandles val="exact"/>
        </dgm:presLayoutVars>
      </dgm:prSet>
      <dgm:spPr/>
    </dgm:pt>
    <dgm:pt modelId="{60579286-9200-464A-945E-8F59D03D33A5}" type="pres">
      <dgm:prSet presAssocID="{0C2F8CA0-B5EA-468B-B964-1FFE64AE157E}" presName="container" presStyleCnt="0">
        <dgm:presLayoutVars>
          <dgm:dir/>
          <dgm:resizeHandles val="exact"/>
        </dgm:presLayoutVars>
      </dgm:prSet>
      <dgm:spPr/>
    </dgm:pt>
    <dgm:pt modelId="{58AB4E33-D453-4FFF-83E2-3131613B22B9}" type="pres">
      <dgm:prSet presAssocID="{AC681788-A919-4232-8A82-D80FDAB3A046}" presName="compNode" presStyleCnt="0"/>
      <dgm:spPr/>
    </dgm:pt>
    <dgm:pt modelId="{E8E172D9-32DD-4E5E-AA39-A7F8C784029B}" type="pres">
      <dgm:prSet presAssocID="{AC681788-A919-4232-8A82-D80FDAB3A046}" presName="iconBgRect" presStyleLbl="bgShp" presStyleIdx="0" presStyleCnt="6"/>
      <dgm:spPr/>
    </dgm:pt>
    <dgm:pt modelId="{5DE2FC14-EE67-4EF7-8F14-7B14AAC40AC4}" type="pres">
      <dgm:prSet presAssocID="{AC681788-A919-4232-8A82-D80FDAB3A04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3B75EA92-BB11-43AC-881A-477B044D369B}" type="pres">
      <dgm:prSet presAssocID="{AC681788-A919-4232-8A82-D80FDAB3A046}" presName="spaceRect" presStyleCnt="0"/>
      <dgm:spPr/>
    </dgm:pt>
    <dgm:pt modelId="{ABC76989-2A21-4547-8E94-640D4B56FDF7}" type="pres">
      <dgm:prSet presAssocID="{AC681788-A919-4232-8A82-D80FDAB3A046}" presName="textRect" presStyleLbl="revTx" presStyleIdx="0" presStyleCnt="6">
        <dgm:presLayoutVars>
          <dgm:chMax val="1"/>
          <dgm:chPref val="1"/>
        </dgm:presLayoutVars>
      </dgm:prSet>
      <dgm:spPr/>
    </dgm:pt>
    <dgm:pt modelId="{6C89E260-237B-4299-A3C1-4162845FA25C}" type="pres">
      <dgm:prSet presAssocID="{5C62C197-58A3-45D8-8696-246640696A05}" presName="sibTrans" presStyleLbl="sibTrans2D1" presStyleIdx="0" presStyleCnt="0"/>
      <dgm:spPr/>
    </dgm:pt>
    <dgm:pt modelId="{EA16A246-A13C-4F10-BB7A-3B9A015A0425}" type="pres">
      <dgm:prSet presAssocID="{A3D42B4D-40B0-4E13-95B1-FBD420856C7F}" presName="compNode" presStyleCnt="0"/>
      <dgm:spPr/>
    </dgm:pt>
    <dgm:pt modelId="{6EF79B7D-C914-4DFE-808F-03890E118A40}" type="pres">
      <dgm:prSet presAssocID="{A3D42B4D-40B0-4E13-95B1-FBD420856C7F}" presName="iconBgRect" presStyleLbl="bgShp" presStyleIdx="1" presStyleCnt="6"/>
      <dgm:spPr/>
    </dgm:pt>
    <dgm:pt modelId="{E1686E0B-24A0-406C-AE79-F1493D4FDA7E}" type="pres">
      <dgm:prSet presAssocID="{A3D42B4D-40B0-4E13-95B1-FBD420856C7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odium"/>
        </a:ext>
      </dgm:extLst>
    </dgm:pt>
    <dgm:pt modelId="{58C2054A-2B0B-4FDC-8455-EF31D22C1358}" type="pres">
      <dgm:prSet presAssocID="{A3D42B4D-40B0-4E13-95B1-FBD420856C7F}" presName="spaceRect" presStyleCnt="0"/>
      <dgm:spPr/>
    </dgm:pt>
    <dgm:pt modelId="{2DB6851F-104F-471C-9FC7-DB019A269324}" type="pres">
      <dgm:prSet presAssocID="{A3D42B4D-40B0-4E13-95B1-FBD420856C7F}" presName="textRect" presStyleLbl="revTx" presStyleIdx="1" presStyleCnt="6">
        <dgm:presLayoutVars>
          <dgm:chMax val="1"/>
          <dgm:chPref val="1"/>
        </dgm:presLayoutVars>
      </dgm:prSet>
      <dgm:spPr/>
    </dgm:pt>
    <dgm:pt modelId="{AFDC01F0-B08E-4EFA-A63C-BAF755C95678}" type="pres">
      <dgm:prSet presAssocID="{7E97A043-687E-40D5-8E6B-72C8D71AFB5C}" presName="sibTrans" presStyleLbl="sibTrans2D1" presStyleIdx="0" presStyleCnt="0"/>
      <dgm:spPr/>
    </dgm:pt>
    <dgm:pt modelId="{F74D1A31-A8AF-4B7C-8A5C-BE8631E9183E}" type="pres">
      <dgm:prSet presAssocID="{01DCDFBD-1268-491E-9C47-2EFC3D3934F8}" presName="compNode" presStyleCnt="0"/>
      <dgm:spPr/>
    </dgm:pt>
    <dgm:pt modelId="{D12E13A3-AD25-44E9-807C-47B4368F9458}" type="pres">
      <dgm:prSet presAssocID="{01DCDFBD-1268-491E-9C47-2EFC3D3934F8}" presName="iconBgRect" presStyleLbl="bgShp" presStyleIdx="2" presStyleCnt="6"/>
      <dgm:spPr/>
    </dgm:pt>
    <dgm:pt modelId="{5F020C5A-426C-4D2E-802D-9EA8488EA63B}" type="pres">
      <dgm:prSet presAssocID="{01DCDFBD-1268-491E-9C47-2EFC3D3934F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r tree"/>
        </a:ext>
      </dgm:extLst>
    </dgm:pt>
    <dgm:pt modelId="{D592D40E-E518-4465-B8D5-6A1D6DA0EF51}" type="pres">
      <dgm:prSet presAssocID="{01DCDFBD-1268-491E-9C47-2EFC3D3934F8}" presName="spaceRect" presStyleCnt="0"/>
      <dgm:spPr/>
    </dgm:pt>
    <dgm:pt modelId="{7CA85277-E18D-45DC-88BE-B3E4A39A4023}" type="pres">
      <dgm:prSet presAssocID="{01DCDFBD-1268-491E-9C47-2EFC3D3934F8}" presName="textRect" presStyleLbl="revTx" presStyleIdx="2" presStyleCnt="6">
        <dgm:presLayoutVars>
          <dgm:chMax val="1"/>
          <dgm:chPref val="1"/>
        </dgm:presLayoutVars>
      </dgm:prSet>
      <dgm:spPr/>
    </dgm:pt>
    <dgm:pt modelId="{02C93472-FBA9-44E3-A0CB-E5D8F45DDADA}" type="pres">
      <dgm:prSet presAssocID="{D81D94C3-7683-407C-8DC3-40F136B2AAB0}" presName="sibTrans" presStyleLbl="sibTrans2D1" presStyleIdx="0" presStyleCnt="0"/>
      <dgm:spPr/>
    </dgm:pt>
    <dgm:pt modelId="{3209892F-7B46-49FA-B6AC-9A7EAF281094}" type="pres">
      <dgm:prSet presAssocID="{C33CFE4E-E49F-44EB-B4B8-C81B67759E93}" presName="compNode" presStyleCnt="0"/>
      <dgm:spPr/>
    </dgm:pt>
    <dgm:pt modelId="{63FCB902-3B52-4A02-B9BB-0493FE839EA2}" type="pres">
      <dgm:prSet presAssocID="{C33CFE4E-E49F-44EB-B4B8-C81B67759E93}" presName="iconBgRect" presStyleLbl="bgShp" presStyleIdx="3" presStyleCnt="6"/>
      <dgm:spPr/>
    </dgm:pt>
    <dgm:pt modelId="{325962E3-73AC-4C0B-9630-AC54337C0F49}" type="pres">
      <dgm:prSet presAssocID="{C33CFE4E-E49F-44EB-B4B8-C81B67759E9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ilter"/>
        </a:ext>
      </dgm:extLst>
    </dgm:pt>
    <dgm:pt modelId="{E1E8924A-74B1-48DD-B9D8-9F089B1A2E3B}" type="pres">
      <dgm:prSet presAssocID="{C33CFE4E-E49F-44EB-B4B8-C81B67759E93}" presName="spaceRect" presStyleCnt="0"/>
      <dgm:spPr/>
    </dgm:pt>
    <dgm:pt modelId="{B2255D67-6870-400A-86F5-36C6EB17436C}" type="pres">
      <dgm:prSet presAssocID="{C33CFE4E-E49F-44EB-B4B8-C81B67759E93}" presName="textRect" presStyleLbl="revTx" presStyleIdx="3" presStyleCnt="6">
        <dgm:presLayoutVars>
          <dgm:chMax val="1"/>
          <dgm:chPref val="1"/>
        </dgm:presLayoutVars>
      </dgm:prSet>
      <dgm:spPr/>
    </dgm:pt>
    <dgm:pt modelId="{C02145DC-74C9-4F59-8DF5-F98EBEC4D0A3}" type="pres">
      <dgm:prSet presAssocID="{1539260E-A974-4EE8-8319-F77765125411}" presName="sibTrans" presStyleLbl="sibTrans2D1" presStyleIdx="0" presStyleCnt="0"/>
      <dgm:spPr/>
    </dgm:pt>
    <dgm:pt modelId="{EC5C005C-199A-45D4-8B9E-9684B6D23B35}" type="pres">
      <dgm:prSet presAssocID="{E1D33497-2C65-4242-85CC-75958995A406}" presName="compNode" presStyleCnt="0"/>
      <dgm:spPr/>
    </dgm:pt>
    <dgm:pt modelId="{F67841B2-C983-44A9-8860-AC6380B8283A}" type="pres">
      <dgm:prSet presAssocID="{E1D33497-2C65-4242-85CC-75958995A406}" presName="iconBgRect" presStyleLbl="bgShp" presStyleIdx="4" presStyleCnt="6"/>
      <dgm:spPr/>
    </dgm:pt>
    <dgm:pt modelId="{C570A63A-365D-4829-AB58-5B984AFD0A06}" type="pres">
      <dgm:prSet presAssocID="{E1D33497-2C65-4242-85CC-75958995A40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ar Graph with Upward Trend"/>
        </a:ext>
      </dgm:extLst>
    </dgm:pt>
    <dgm:pt modelId="{A73C662A-2423-47A1-9A71-94A3F35A8047}" type="pres">
      <dgm:prSet presAssocID="{E1D33497-2C65-4242-85CC-75958995A406}" presName="spaceRect" presStyleCnt="0"/>
      <dgm:spPr/>
    </dgm:pt>
    <dgm:pt modelId="{5FB6E14D-33E0-451F-B039-E07F4CDC4C6C}" type="pres">
      <dgm:prSet presAssocID="{E1D33497-2C65-4242-85CC-75958995A406}" presName="textRect" presStyleLbl="revTx" presStyleIdx="4" presStyleCnt="6">
        <dgm:presLayoutVars>
          <dgm:chMax val="1"/>
          <dgm:chPref val="1"/>
        </dgm:presLayoutVars>
      </dgm:prSet>
      <dgm:spPr/>
    </dgm:pt>
    <dgm:pt modelId="{00F71E0C-3F35-47E4-AE51-971050CF040C}" type="pres">
      <dgm:prSet presAssocID="{6CD9AB84-D67C-4C7E-8746-6388A14524F8}" presName="sibTrans" presStyleLbl="sibTrans2D1" presStyleIdx="0" presStyleCnt="0"/>
      <dgm:spPr/>
    </dgm:pt>
    <dgm:pt modelId="{6228B8B2-3850-4D33-8127-676A9BE045B9}" type="pres">
      <dgm:prSet presAssocID="{51549A1D-B1D6-433A-8C93-1FBF1DA24E5E}" presName="compNode" presStyleCnt="0"/>
      <dgm:spPr/>
    </dgm:pt>
    <dgm:pt modelId="{871E1F5A-0008-4D02-A8FA-70DC3BEF4C56}" type="pres">
      <dgm:prSet presAssocID="{51549A1D-B1D6-433A-8C93-1FBF1DA24E5E}" presName="iconBgRect" presStyleLbl="bgShp" presStyleIdx="5" presStyleCnt="6"/>
      <dgm:spPr/>
    </dgm:pt>
    <dgm:pt modelId="{7ABE3560-6DA7-4658-A6E2-FA5099F5EC05}" type="pres">
      <dgm:prSet presAssocID="{51549A1D-B1D6-433A-8C93-1FBF1DA24E5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ooks"/>
        </a:ext>
      </dgm:extLst>
    </dgm:pt>
    <dgm:pt modelId="{CEE5DFA9-54D0-49F1-B3A2-45F7CEC58BD7}" type="pres">
      <dgm:prSet presAssocID="{51549A1D-B1D6-433A-8C93-1FBF1DA24E5E}" presName="spaceRect" presStyleCnt="0"/>
      <dgm:spPr/>
    </dgm:pt>
    <dgm:pt modelId="{7F2F82BB-F6BA-418C-AD05-3515735D55BA}" type="pres">
      <dgm:prSet presAssocID="{51549A1D-B1D6-433A-8C93-1FBF1DA24E5E}" presName="textRect" presStyleLbl="revTx" presStyleIdx="5" presStyleCnt="6">
        <dgm:presLayoutVars>
          <dgm:chMax val="1"/>
          <dgm:chPref val="1"/>
        </dgm:presLayoutVars>
      </dgm:prSet>
      <dgm:spPr/>
    </dgm:pt>
  </dgm:ptLst>
  <dgm:cxnLst>
    <dgm:cxn modelId="{CB2D0A01-C2C5-427F-B9F5-3B8A8A15BF0A}" type="presOf" srcId="{A3D42B4D-40B0-4E13-95B1-FBD420856C7F}" destId="{2DB6851F-104F-471C-9FC7-DB019A269324}" srcOrd="0" destOrd="0" presId="urn:microsoft.com/office/officeart/2018/2/layout/IconCircleList"/>
    <dgm:cxn modelId="{AD7B3F05-D009-42F5-A2A8-15B231C90728}" srcId="{0C2F8CA0-B5EA-468B-B964-1FFE64AE157E}" destId="{C33CFE4E-E49F-44EB-B4B8-C81B67759E93}" srcOrd="3" destOrd="0" parTransId="{92AD7B43-4C90-482B-A076-242509D59E9C}" sibTransId="{1539260E-A974-4EE8-8319-F77765125411}"/>
    <dgm:cxn modelId="{8008B408-832B-40B8-A7AD-47BEC36A017A}" type="presOf" srcId="{C33CFE4E-E49F-44EB-B4B8-C81B67759E93}" destId="{B2255D67-6870-400A-86F5-36C6EB17436C}" srcOrd="0" destOrd="0" presId="urn:microsoft.com/office/officeart/2018/2/layout/IconCircleList"/>
    <dgm:cxn modelId="{C2C49F22-5E4A-4DD9-999D-A5E1A6A032BF}" srcId="{0C2F8CA0-B5EA-468B-B964-1FFE64AE157E}" destId="{A3D42B4D-40B0-4E13-95B1-FBD420856C7F}" srcOrd="1" destOrd="0" parTransId="{03D65074-C19E-4A3C-B2DC-B79EF6D2E133}" sibTransId="{7E97A043-687E-40D5-8E6B-72C8D71AFB5C}"/>
    <dgm:cxn modelId="{75BAA523-2161-45DA-8259-E847595D9E2E}" type="presOf" srcId="{AC681788-A919-4232-8A82-D80FDAB3A046}" destId="{ABC76989-2A21-4547-8E94-640D4B56FDF7}" srcOrd="0" destOrd="0" presId="urn:microsoft.com/office/officeart/2018/2/layout/IconCircleList"/>
    <dgm:cxn modelId="{80469130-524D-408D-B4E3-9ED67474BDDD}" type="presOf" srcId="{0C2F8CA0-B5EA-468B-B964-1FFE64AE157E}" destId="{A6BAAE30-FE40-407B-A15A-3AD4518C7548}" srcOrd="0" destOrd="0" presId="urn:microsoft.com/office/officeart/2018/2/layout/IconCircleList"/>
    <dgm:cxn modelId="{092A1032-F557-4823-AFC2-319762556850}" type="presOf" srcId="{E1D33497-2C65-4242-85CC-75958995A406}" destId="{5FB6E14D-33E0-451F-B039-E07F4CDC4C6C}" srcOrd="0" destOrd="0" presId="urn:microsoft.com/office/officeart/2018/2/layout/IconCircleList"/>
    <dgm:cxn modelId="{749DA83D-8F1C-4BD6-A876-CC65307A2E0B}" type="presOf" srcId="{7E97A043-687E-40D5-8E6B-72C8D71AFB5C}" destId="{AFDC01F0-B08E-4EFA-A63C-BAF755C95678}" srcOrd="0" destOrd="0" presId="urn:microsoft.com/office/officeart/2018/2/layout/IconCircleList"/>
    <dgm:cxn modelId="{0C7EB15D-3EB6-4C17-B981-67C03A30F0F3}" type="presOf" srcId="{D81D94C3-7683-407C-8DC3-40F136B2AAB0}" destId="{02C93472-FBA9-44E3-A0CB-E5D8F45DDADA}" srcOrd="0" destOrd="0" presId="urn:microsoft.com/office/officeart/2018/2/layout/IconCircleList"/>
    <dgm:cxn modelId="{C8910341-5F11-4CE4-8E6B-4621C5ACF474}" type="presOf" srcId="{5C62C197-58A3-45D8-8696-246640696A05}" destId="{6C89E260-237B-4299-A3C1-4162845FA25C}" srcOrd="0" destOrd="0" presId="urn:microsoft.com/office/officeart/2018/2/layout/IconCircleList"/>
    <dgm:cxn modelId="{F3922751-3D6D-45AB-8550-6A84A5C5C6A0}" type="presOf" srcId="{1539260E-A974-4EE8-8319-F77765125411}" destId="{C02145DC-74C9-4F59-8DF5-F98EBEC4D0A3}" srcOrd="0" destOrd="0" presId="urn:microsoft.com/office/officeart/2018/2/layout/IconCircleList"/>
    <dgm:cxn modelId="{AF1E2A7A-7753-45E0-85C1-5CA2BF8184E5}" srcId="{0C2F8CA0-B5EA-468B-B964-1FFE64AE157E}" destId="{51549A1D-B1D6-433A-8C93-1FBF1DA24E5E}" srcOrd="5" destOrd="0" parTransId="{C6CD7FA4-5515-46DC-93BA-8492CC7D71F4}" sibTransId="{179E405A-A4F1-4156-B755-E06271319C48}"/>
    <dgm:cxn modelId="{7CD6CF96-0C43-45C0-B7DC-9C81E36B7000}" type="presOf" srcId="{6CD9AB84-D67C-4C7E-8746-6388A14524F8}" destId="{00F71E0C-3F35-47E4-AE51-971050CF040C}" srcOrd="0" destOrd="0" presId="urn:microsoft.com/office/officeart/2018/2/layout/IconCircleList"/>
    <dgm:cxn modelId="{530F2E9B-0C04-45E0-8AB1-88BCD72AEC4A}" type="presOf" srcId="{01DCDFBD-1268-491E-9C47-2EFC3D3934F8}" destId="{7CA85277-E18D-45DC-88BE-B3E4A39A4023}" srcOrd="0" destOrd="0" presId="urn:microsoft.com/office/officeart/2018/2/layout/IconCircleList"/>
    <dgm:cxn modelId="{F3C6CEA9-B41F-4E65-937D-CCCB5F850988}" type="presOf" srcId="{51549A1D-B1D6-433A-8C93-1FBF1DA24E5E}" destId="{7F2F82BB-F6BA-418C-AD05-3515735D55BA}" srcOrd="0" destOrd="0" presId="urn:microsoft.com/office/officeart/2018/2/layout/IconCircleList"/>
    <dgm:cxn modelId="{94CAE2BE-7A0E-4979-9A08-4514BE5E83F3}" srcId="{0C2F8CA0-B5EA-468B-B964-1FFE64AE157E}" destId="{01DCDFBD-1268-491E-9C47-2EFC3D3934F8}" srcOrd="2" destOrd="0" parTransId="{E52B89AB-CE1D-4920-94AE-67EE135681C1}" sibTransId="{D81D94C3-7683-407C-8DC3-40F136B2AAB0}"/>
    <dgm:cxn modelId="{F0B836D5-31E5-4A9C-AA8C-D252BDB4B1E5}" srcId="{0C2F8CA0-B5EA-468B-B964-1FFE64AE157E}" destId="{E1D33497-2C65-4242-85CC-75958995A406}" srcOrd="4" destOrd="0" parTransId="{772F3213-E95F-4B18-8362-AEE927ACCCEF}" sibTransId="{6CD9AB84-D67C-4C7E-8746-6388A14524F8}"/>
    <dgm:cxn modelId="{2572D9F2-0991-4E91-9DDF-4011D532BE1B}" srcId="{0C2F8CA0-B5EA-468B-B964-1FFE64AE157E}" destId="{AC681788-A919-4232-8A82-D80FDAB3A046}" srcOrd="0" destOrd="0" parTransId="{8892E7DE-E7C5-477F-B363-33142965C367}" sibTransId="{5C62C197-58A3-45D8-8696-246640696A05}"/>
    <dgm:cxn modelId="{6D4E3B8B-CDA6-4DF8-9280-AFADD452276F}" type="presParOf" srcId="{A6BAAE30-FE40-407B-A15A-3AD4518C7548}" destId="{60579286-9200-464A-945E-8F59D03D33A5}" srcOrd="0" destOrd="0" presId="urn:microsoft.com/office/officeart/2018/2/layout/IconCircleList"/>
    <dgm:cxn modelId="{18BD28A0-0834-45AB-A272-5ABC92EF17F7}" type="presParOf" srcId="{60579286-9200-464A-945E-8F59D03D33A5}" destId="{58AB4E33-D453-4FFF-83E2-3131613B22B9}" srcOrd="0" destOrd="0" presId="urn:microsoft.com/office/officeart/2018/2/layout/IconCircleList"/>
    <dgm:cxn modelId="{24D2C27A-7A18-4F70-8C76-24135FC91095}" type="presParOf" srcId="{58AB4E33-D453-4FFF-83E2-3131613B22B9}" destId="{E8E172D9-32DD-4E5E-AA39-A7F8C784029B}" srcOrd="0" destOrd="0" presId="urn:microsoft.com/office/officeart/2018/2/layout/IconCircleList"/>
    <dgm:cxn modelId="{D6491917-842D-4A01-84AB-4E642679E360}" type="presParOf" srcId="{58AB4E33-D453-4FFF-83E2-3131613B22B9}" destId="{5DE2FC14-EE67-4EF7-8F14-7B14AAC40AC4}" srcOrd="1" destOrd="0" presId="urn:microsoft.com/office/officeart/2018/2/layout/IconCircleList"/>
    <dgm:cxn modelId="{8F2726DB-FA66-402A-9BFD-5C8FE378F2AD}" type="presParOf" srcId="{58AB4E33-D453-4FFF-83E2-3131613B22B9}" destId="{3B75EA92-BB11-43AC-881A-477B044D369B}" srcOrd="2" destOrd="0" presId="urn:microsoft.com/office/officeart/2018/2/layout/IconCircleList"/>
    <dgm:cxn modelId="{C56319A9-D94F-4B49-AC24-C4249C350364}" type="presParOf" srcId="{58AB4E33-D453-4FFF-83E2-3131613B22B9}" destId="{ABC76989-2A21-4547-8E94-640D4B56FDF7}" srcOrd="3" destOrd="0" presId="urn:microsoft.com/office/officeart/2018/2/layout/IconCircleList"/>
    <dgm:cxn modelId="{8C31E438-7DAB-4DAA-AD74-B2F5DA9A29FE}" type="presParOf" srcId="{60579286-9200-464A-945E-8F59D03D33A5}" destId="{6C89E260-237B-4299-A3C1-4162845FA25C}" srcOrd="1" destOrd="0" presId="urn:microsoft.com/office/officeart/2018/2/layout/IconCircleList"/>
    <dgm:cxn modelId="{364558DF-A4C0-40A8-BC4A-45CE14C77992}" type="presParOf" srcId="{60579286-9200-464A-945E-8F59D03D33A5}" destId="{EA16A246-A13C-4F10-BB7A-3B9A015A0425}" srcOrd="2" destOrd="0" presId="urn:microsoft.com/office/officeart/2018/2/layout/IconCircleList"/>
    <dgm:cxn modelId="{22E9ED37-C45E-4BCC-8AD7-9E8EA946F0E3}" type="presParOf" srcId="{EA16A246-A13C-4F10-BB7A-3B9A015A0425}" destId="{6EF79B7D-C914-4DFE-808F-03890E118A40}" srcOrd="0" destOrd="0" presId="urn:microsoft.com/office/officeart/2018/2/layout/IconCircleList"/>
    <dgm:cxn modelId="{439024CC-0ED1-4D94-A82A-FF1E0102161B}" type="presParOf" srcId="{EA16A246-A13C-4F10-BB7A-3B9A015A0425}" destId="{E1686E0B-24A0-406C-AE79-F1493D4FDA7E}" srcOrd="1" destOrd="0" presId="urn:microsoft.com/office/officeart/2018/2/layout/IconCircleList"/>
    <dgm:cxn modelId="{0C1A96B3-1640-48B8-9B09-71D63018BC94}" type="presParOf" srcId="{EA16A246-A13C-4F10-BB7A-3B9A015A0425}" destId="{58C2054A-2B0B-4FDC-8455-EF31D22C1358}" srcOrd="2" destOrd="0" presId="urn:microsoft.com/office/officeart/2018/2/layout/IconCircleList"/>
    <dgm:cxn modelId="{FC74C026-4089-437B-B523-F82BC88F3794}" type="presParOf" srcId="{EA16A246-A13C-4F10-BB7A-3B9A015A0425}" destId="{2DB6851F-104F-471C-9FC7-DB019A269324}" srcOrd="3" destOrd="0" presId="urn:microsoft.com/office/officeart/2018/2/layout/IconCircleList"/>
    <dgm:cxn modelId="{6B6CFD78-FA27-4424-B89F-35E3F1449A27}" type="presParOf" srcId="{60579286-9200-464A-945E-8F59D03D33A5}" destId="{AFDC01F0-B08E-4EFA-A63C-BAF755C95678}" srcOrd="3" destOrd="0" presId="urn:microsoft.com/office/officeart/2018/2/layout/IconCircleList"/>
    <dgm:cxn modelId="{C5988CC1-3237-480B-AFE8-4BE6CDAB9B91}" type="presParOf" srcId="{60579286-9200-464A-945E-8F59D03D33A5}" destId="{F74D1A31-A8AF-4B7C-8A5C-BE8631E9183E}" srcOrd="4" destOrd="0" presId="urn:microsoft.com/office/officeart/2018/2/layout/IconCircleList"/>
    <dgm:cxn modelId="{267626E9-3403-493C-880D-4EE817E25686}" type="presParOf" srcId="{F74D1A31-A8AF-4B7C-8A5C-BE8631E9183E}" destId="{D12E13A3-AD25-44E9-807C-47B4368F9458}" srcOrd="0" destOrd="0" presId="urn:microsoft.com/office/officeart/2018/2/layout/IconCircleList"/>
    <dgm:cxn modelId="{B60081CB-2889-475F-B88D-C5A755B2525A}" type="presParOf" srcId="{F74D1A31-A8AF-4B7C-8A5C-BE8631E9183E}" destId="{5F020C5A-426C-4D2E-802D-9EA8488EA63B}" srcOrd="1" destOrd="0" presId="urn:microsoft.com/office/officeart/2018/2/layout/IconCircleList"/>
    <dgm:cxn modelId="{B5152176-CD9F-4647-B5B4-22420142B629}" type="presParOf" srcId="{F74D1A31-A8AF-4B7C-8A5C-BE8631E9183E}" destId="{D592D40E-E518-4465-B8D5-6A1D6DA0EF51}" srcOrd="2" destOrd="0" presId="urn:microsoft.com/office/officeart/2018/2/layout/IconCircleList"/>
    <dgm:cxn modelId="{55F8D666-FB4F-489C-A71C-66E231CCC4CC}" type="presParOf" srcId="{F74D1A31-A8AF-4B7C-8A5C-BE8631E9183E}" destId="{7CA85277-E18D-45DC-88BE-B3E4A39A4023}" srcOrd="3" destOrd="0" presId="urn:microsoft.com/office/officeart/2018/2/layout/IconCircleList"/>
    <dgm:cxn modelId="{89B03598-1D65-4A41-8161-6622353D23F3}" type="presParOf" srcId="{60579286-9200-464A-945E-8F59D03D33A5}" destId="{02C93472-FBA9-44E3-A0CB-E5D8F45DDADA}" srcOrd="5" destOrd="0" presId="urn:microsoft.com/office/officeart/2018/2/layout/IconCircleList"/>
    <dgm:cxn modelId="{87610277-8208-4368-A871-C5981C0BC162}" type="presParOf" srcId="{60579286-9200-464A-945E-8F59D03D33A5}" destId="{3209892F-7B46-49FA-B6AC-9A7EAF281094}" srcOrd="6" destOrd="0" presId="urn:microsoft.com/office/officeart/2018/2/layout/IconCircleList"/>
    <dgm:cxn modelId="{7F118305-B07E-4460-BFC1-8B53671C3E6A}" type="presParOf" srcId="{3209892F-7B46-49FA-B6AC-9A7EAF281094}" destId="{63FCB902-3B52-4A02-B9BB-0493FE839EA2}" srcOrd="0" destOrd="0" presId="urn:microsoft.com/office/officeart/2018/2/layout/IconCircleList"/>
    <dgm:cxn modelId="{3412ED51-58A1-4DE7-9AE1-D21631BA7F9C}" type="presParOf" srcId="{3209892F-7B46-49FA-B6AC-9A7EAF281094}" destId="{325962E3-73AC-4C0B-9630-AC54337C0F49}" srcOrd="1" destOrd="0" presId="urn:microsoft.com/office/officeart/2018/2/layout/IconCircleList"/>
    <dgm:cxn modelId="{959D6685-23B7-4E32-A53C-DBB592E618B1}" type="presParOf" srcId="{3209892F-7B46-49FA-B6AC-9A7EAF281094}" destId="{E1E8924A-74B1-48DD-B9D8-9F089B1A2E3B}" srcOrd="2" destOrd="0" presId="urn:microsoft.com/office/officeart/2018/2/layout/IconCircleList"/>
    <dgm:cxn modelId="{13513E4D-3941-4EA0-99BD-2F32E2E001A2}" type="presParOf" srcId="{3209892F-7B46-49FA-B6AC-9A7EAF281094}" destId="{B2255D67-6870-400A-86F5-36C6EB17436C}" srcOrd="3" destOrd="0" presId="urn:microsoft.com/office/officeart/2018/2/layout/IconCircleList"/>
    <dgm:cxn modelId="{71E4CF6A-016B-4DD2-95FC-D3311DB23EC2}" type="presParOf" srcId="{60579286-9200-464A-945E-8F59D03D33A5}" destId="{C02145DC-74C9-4F59-8DF5-F98EBEC4D0A3}" srcOrd="7" destOrd="0" presId="urn:microsoft.com/office/officeart/2018/2/layout/IconCircleList"/>
    <dgm:cxn modelId="{3C46FDE8-15FF-409F-8E87-8C4CF2C1086C}" type="presParOf" srcId="{60579286-9200-464A-945E-8F59D03D33A5}" destId="{EC5C005C-199A-45D4-8B9E-9684B6D23B35}" srcOrd="8" destOrd="0" presId="urn:microsoft.com/office/officeart/2018/2/layout/IconCircleList"/>
    <dgm:cxn modelId="{2EA65180-E527-4F68-BC08-B90DD372F18B}" type="presParOf" srcId="{EC5C005C-199A-45D4-8B9E-9684B6D23B35}" destId="{F67841B2-C983-44A9-8860-AC6380B8283A}" srcOrd="0" destOrd="0" presId="urn:microsoft.com/office/officeart/2018/2/layout/IconCircleList"/>
    <dgm:cxn modelId="{A9DB709A-DC63-4A38-8DC1-D404858570C6}" type="presParOf" srcId="{EC5C005C-199A-45D4-8B9E-9684B6D23B35}" destId="{C570A63A-365D-4829-AB58-5B984AFD0A06}" srcOrd="1" destOrd="0" presId="urn:microsoft.com/office/officeart/2018/2/layout/IconCircleList"/>
    <dgm:cxn modelId="{9A1947E2-73A8-4A74-84CE-8B0B29DC0DF1}" type="presParOf" srcId="{EC5C005C-199A-45D4-8B9E-9684B6D23B35}" destId="{A73C662A-2423-47A1-9A71-94A3F35A8047}" srcOrd="2" destOrd="0" presId="urn:microsoft.com/office/officeart/2018/2/layout/IconCircleList"/>
    <dgm:cxn modelId="{722ED6BB-8D34-4BC8-9290-6943341A7851}" type="presParOf" srcId="{EC5C005C-199A-45D4-8B9E-9684B6D23B35}" destId="{5FB6E14D-33E0-451F-B039-E07F4CDC4C6C}" srcOrd="3" destOrd="0" presId="urn:microsoft.com/office/officeart/2018/2/layout/IconCircleList"/>
    <dgm:cxn modelId="{24C18F5B-0B1D-4304-8A17-DD47F3B8A410}" type="presParOf" srcId="{60579286-9200-464A-945E-8F59D03D33A5}" destId="{00F71E0C-3F35-47E4-AE51-971050CF040C}" srcOrd="9" destOrd="0" presId="urn:microsoft.com/office/officeart/2018/2/layout/IconCircleList"/>
    <dgm:cxn modelId="{8E324554-301A-45A5-B681-CF82E6D2A055}" type="presParOf" srcId="{60579286-9200-464A-945E-8F59D03D33A5}" destId="{6228B8B2-3850-4D33-8127-676A9BE045B9}" srcOrd="10" destOrd="0" presId="urn:microsoft.com/office/officeart/2018/2/layout/IconCircleList"/>
    <dgm:cxn modelId="{F93A6D4F-B8B7-4CB9-BDEC-1DE85B280CFB}" type="presParOf" srcId="{6228B8B2-3850-4D33-8127-676A9BE045B9}" destId="{871E1F5A-0008-4D02-A8FA-70DC3BEF4C56}" srcOrd="0" destOrd="0" presId="urn:microsoft.com/office/officeart/2018/2/layout/IconCircleList"/>
    <dgm:cxn modelId="{406D4122-4E89-45B7-85C6-392DFF6E7BA2}" type="presParOf" srcId="{6228B8B2-3850-4D33-8127-676A9BE045B9}" destId="{7ABE3560-6DA7-4658-A6E2-FA5099F5EC05}" srcOrd="1" destOrd="0" presId="urn:microsoft.com/office/officeart/2018/2/layout/IconCircleList"/>
    <dgm:cxn modelId="{485A0710-38C2-4F73-92D6-5D1A6AF64E38}" type="presParOf" srcId="{6228B8B2-3850-4D33-8127-676A9BE045B9}" destId="{CEE5DFA9-54D0-49F1-B3A2-45F7CEC58BD7}" srcOrd="2" destOrd="0" presId="urn:microsoft.com/office/officeart/2018/2/layout/IconCircleList"/>
    <dgm:cxn modelId="{DA902458-4B4D-459A-B5B9-92167132A542}" type="presParOf" srcId="{6228B8B2-3850-4D33-8127-676A9BE045B9}" destId="{7F2F82BB-F6BA-418C-AD05-3515735D55BA}"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44EA9F-3157-4A33-9328-F1D85246C78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6D88755-33DE-4DA1-BA32-1E52A5CB687B}">
      <dgm:prSet/>
      <dgm:spPr/>
      <dgm:t>
        <a:bodyPr/>
        <a:lstStyle/>
        <a:p>
          <a:pPr>
            <a:lnSpc>
              <a:spcPct val="100000"/>
            </a:lnSpc>
          </a:pPr>
          <a:r>
            <a:rPr lang="en-US"/>
            <a:t>The best-performing model was XGBoost, with the lowest RMSE.</a:t>
          </a:r>
        </a:p>
      </dgm:t>
    </dgm:pt>
    <dgm:pt modelId="{D7B9771C-833F-40F2-9F19-DC9B77CA624B}" type="parTrans" cxnId="{E96BBD7F-0E9C-4A6D-BAB3-3B3CDA405786}">
      <dgm:prSet/>
      <dgm:spPr/>
      <dgm:t>
        <a:bodyPr/>
        <a:lstStyle/>
        <a:p>
          <a:endParaRPr lang="en-US"/>
        </a:p>
      </dgm:t>
    </dgm:pt>
    <dgm:pt modelId="{E2C9504E-130F-4C6F-8C88-56FC9AD34BA2}" type="sibTrans" cxnId="{E96BBD7F-0E9C-4A6D-BAB3-3B3CDA405786}">
      <dgm:prSet/>
      <dgm:spPr/>
      <dgm:t>
        <a:bodyPr/>
        <a:lstStyle/>
        <a:p>
          <a:endParaRPr lang="en-US"/>
        </a:p>
      </dgm:t>
    </dgm:pt>
    <dgm:pt modelId="{B59DB2FE-8D94-4827-902B-88815403D259}">
      <dgm:prSet/>
      <dgm:spPr/>
      <dgm:t>
        <a:bodyPr/>
        <a:lstStyle/>
        <a:p>
          <a:pPr>
            <a:lnSpc>
              <a:spcPct val="100000"/>
            </a:lnSpc>
          </a:pPr>
          <a:r>
            <a:rPr lang="en-US"/>
            <a:t>Sales forecasting can significantly improve inventory management and decision-making.</a:t>
          </a:r>
        </a:p>
      </dgm:t>
    </dgm:pt>
    <dgm:pt modelId="{B25A1126-0193-4915-9736-F599459AD572}" type="parTrans" cxnId="{E308B012-1209-4683-8B56-FB826965EC63}">
      <dgm:prSet/>
      <dgm:spPr/>
      <dgm:t>
        <a:bodyPr/>
        <a:lstStyle/>
        <a:p>
          <a:endParaRPr lang="en-US"/>
        </a:p>
      </dgm:t>
    </dgm:pt>
    <dgm:pt modelId="{A9853FDC-F9AA-4F1B-8740-D6F533777C3D}" type="sibTrans" cxnId="{E308B012-1209-4683-8B56-FB826965EC63}">
      <dgm:prSet/>
      <dgm:spPr/>
      <dgm:t>
        <a:bodyPr/>
        <a:lstStyle/>
        <a:p>
          <a:endParaRPr lang="en-US"/>
        </a:p>
      </dgm:t>
    </dgm:pt>
    <dgm:pt modelId="{3484835E-0DF0-4643-8F5B-058655C58C55}">
      <dgm:prSet/>
      <dgm:spPr/>
      <dgm:t>
        <a:bodyPr/>
        <a:lstStyle/>
        <a:p>
          <a:pPr>
            <a:lnSpc>
              <a:spcPct val="100000"/>
            </a:lnSpc>
          </a:pPr>
          <a:r>
            <a:rPr lang="en-US"/>
            <a:t>Retail businesses can optimize stock levels and reduce waste.</a:t>
          </a:r>
        </a:p>
      </dgm:t>
    </dgm:pt>
    <dgm:pt modelId="{9A154D7F-FEA2-404F-BFFA-E95EE84BF713}" type="parTrans" cxnId="{A7A59CF4-659D-4289-B8A5-9AFCB3A74840}">
      <dgm:prSet/>
      <dgm:spPr/>
      <dgm:t>
        <a:bodyPr/>
        <a:lstStyle/>
        <a:p>
          <a:endParaRPr lang="en-US"/>
        </a:p>
      </dgm:t>
    </dgm:pt>
    <dgm:pt modelId="{9FF106F9-725D-4DC1-AF6F-4021C6A3792E}" type="sibTrans" cxnId="{A7A59CF4-659D-4289-B8A5-9AFCB3A74840}">
      <dgm:prSet/>
      <dgm:spPr/>
      <dgm:t>
        <a:bodyPr/>
        <a:lstStyle/>
        <a:p>
          <a:endParaRPr lang="en-US"/>
        </a:p>
      </dgm:t>
    </dgm:pt>
    <dgm:pt modelId="{81AD4BD4-6F42-4BAE-8BF8-4DF5D65782E5}">
      <dgm:prSet/>
      <dgm:spPr/>
      <dgm:t>
        <a:bodyPr/>
        <a:lstStyle/>
        <a:p>
          <a:pPr>
            <a:lnSpc>
              <a:spcPct val="100000"/>
            </a:lnSpc>
          </a:pPr>
          <a:r>
            <a:rPr lang="en-US"/>
            <a:t>Future improvements could include deeper models like CNNs for feature extraction.</a:t>
          </a:r>
        </a:p>
      </dgm:t>
    </dgm:pt>
    <dgm:pt modelId="{7C8C98B5-FB06-420F-8350-05AE20B5AF36}" type="parTrans" cxnId="{F53BBABF-7769-41FB-A9D7-7AC1F907C145}">
      <dgm:prSet/>
      <dgm:spPr/>
      <dgm:t>
        <a:bodyPr/>
        <a:lstStyle/>
        <a:p>
          <a:endParaRPr lang="en-US"/>
        </a:p>
      </dgm:t>
    </dgm:pt>
    <dgm:pt modelId="{734ECA2F-E98A-40A0-93F1-5E4E7D4A3944}" type="sibTrans" cxnId="{F53BBABF-7769-41FB-A9D7-7AC1F907C145}">
      <dgm:prSet/>
      <dgm:spPr/>
      <dgm:t>
        <a:bodyPr/>
        <a:lstStyle/>
        <a:p>
          <a:endParaRPr lang="en-US"/>
        </a:p>
      </dgm:t>
    </dgm:pt>
    <dgm:pt modelId="{00EF0712-1E18-410D-AE06-0F8E572E16BA}">
      <dgm:prSet/>
      <dgm:spPr/>
      <dgm:t>
        <a:bodyPr/>
        <a:lstStyle/>
        <a:p>
          <a:pPr>
            <a:lnSpc>
              <a:spcPct val="100000"/>
            </a:lnSpc>
          </a:pPr>
          <a:r>
            <a:rPr lang="en-US"/>
            <a:t>Time-series forecasting models have a wide range of applications.</a:t>
          </a:r>
        </a:p>
      </dgm:t>
    </dgm:pt>
    <dgm:pt modelId="{7E3F5160-E742-4CF6-B10C-B93274579792}" type="parTrans" cxnId="{3C8B455B-AB9C-49B0-970C-D16A0B8AAF9A}">
      <dgm:prSet/>
      <dgm:spPr/>
      <dgm:t>
        <a:bodyPr/>
        <a:lstStyle/>
        <a:p>
          <a:endParaRPr lang="en-US"/>
        </a:p>
      </dgm:t>
    </dgm:pt>
    <dgm:pt modelId="{DAFFE86B-D12E-4A1F-A5B8-EE970E80B9D6}" type="sibTrans" cxnId="{3C8B455B-AB9C-49B0-970C-D16A0B8AAF9A}">
      <dgm:prSet/>
      <dgm:spPr/>
      <dgm:t>
        <a:bodyPr/>
        <a:lstStyle/>
        <a:p>
          <a:endParaRPr lang="en-US"/>
        </a:p>
      </dgm:t>
    </dgm:pt>
    <dgm:pt modelId="{764C71F3-66B1-47AD-9FC5-E3EC71334863}">
      <dgm:prSet/>
      <dgm:spPr/>
      <dgm:t>
        <a:bodyPr/>
        <a:lstStyle/>
        <a:p>
          <a:pPr>
            <a:lnSpc>
              <a:spcPct val="100000"/>
            </a:lnSpc>
          </a:pPr>
          <a:r>
            <a:rPr lang="en-US"/>
            <a:t>Conclusion: Machine learning models, especially XGBoost, provide effective retail sales predictions.</a:t>
          </a:r>
        </a:p>
      </dgm:t>
    </dgm:pt>
    <dgm:pt modelId="{E8F33C10-D2C5-490F-89E1-E5B28D28F122}" type="parTrans" cxnId="{521DE2E9-0DAD-47FC-B33D-32677B0D6B77}">
      <dgm:prSet/>
      <dgm:spPr/>
      <dgm:t>
        <a:bodyPr/>
        <a:lstStyle/>
        <a:p>
          <a:endParaRPr lang="en-US"/>
        </a:p>
      </dgm:t>
    </dgm:pt>
    <dgm:pt modelId="{CAB69C3E-B373-4137-B363-73DD230BA77A}" type="sibTrans" cxnId="{521DE2E9-0DAD-47FC-B33D-32677B0D6B77}">
      <dgm:prSet/>
      <dgm:spPr/>
      <dgm:t>
        <a:bodyPr/>
        <a:lstStyle/>
        <a:p>
          <a:endParaRPr lang="en-US"/>
        </a:p>
      </dgm:t>
    </dgm:pt>
    <dgm:pt modelId="{58178629-2A0B-4CF5-AFBE-EB7891FC6DAF}" type="pres">
      <dgm:prSet presAssocID="{1944EA9F-3157-4A33-9328-F1D85246C783}" presName="root" presStyleCnt="0">
        <dgm:presLayoutVars>
          <dgm:dir/>
          <dgm:resizeHandles val="exact"/>
        </dgm:presLayoutVars>
      </dgm:prSet>
      <dgm:spPr/>
    </dgm:pt>
    <dgm:pt modelId="{4511E584-A1B4-47BF-B2DD-6EDDC9C4E58F}" type="pres">
      <dgm:prSet presAssocID="{86D88755-33DE-4DA1-BA32-1E52A5CB687B}" presName="compNode" presStyleCnt="0"/>
      <dgm:spPr/>
    </dgm:pt>
    <dgm:pt modelId="{6089D921-DCE4-4354-8E20-3F8CA0C158F0}" type="pres">
      <dgm:prSet presAssocID="{86D88755-33DE-4DA1-BA32-1E52A5CB687B}" presName="bgRect" presStyleLbl="bgShp" presStyleIdx="0" presStyleCnt="6"/>
      <dgm:spPr/>
    </dgm:pt>
    <dgm:pt modelId="{E7665817-7AB2-4432-AEFA-A8992D1BE741}" type="pres">
      <dgm:prSet presAssocID="{86D88755-33DE-4DA1-BA32-1E52A5CB687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E5914E51-8A2A-429D-891C-EADE3EBB6F98}" type="pres">
      <dgm:prSet presAssocID="{86D88755-33DE-4DA1-BA32-1E52A5CB687B}" presName="spaceRect" presStyleCnt="0"/>
      <dgm:spPr/>
    </dgm:pt>
    <dgm:pt modelId="{416950F1-536B-4C12-8A45-5A9550C92D0A}" type="pres">
      <dgm:prSet presAssocID="{86D88755-33DE-4DA1-BA32-1E52A5CB687B}" presName="parTx" presStyleLbl="revTx" presStyleIdx="0" presStyleCnt="6">
        <dgm:presLayoutVars>
          <dgm:chMax val="0"/>
          <dgm:chPref val="0"/>
        </dgm:presLayoutVars>
      </dgm:prSet>
      <dgm:spPr/>
    </dgm:pt>
    <dgm:pt modelId="{EA87CDED-455B-41D3-8760-BCDF2A367A0A}" type="pres">
      <dgm:prSet presAssocID="{E2C9504E-130F-4C6F-8C88-56FC9AD34BA2}" presName="sibTrans" presStyleCnt="0"/>
      <dgm:spPr/>
    </dgm:pt>
    <dgm:pt modelId="{1D78337D-D188-4A7A-9BA8-B65FED64FC15}" type="pres">
      <dgm:prSet presAssocID="{B59DB2FE-8D94-4827-902B-88815403D259}" presName="compNode" presStyleCnt="0"/>
      <dgm:spPr/>
    </dgm:pt>
    <dgm:pt modelId="{735542EE-6C7E-4FB9-B21D-D48EAA769771}" type="pres">
      <dgm:prSet presAssocID="{B59DB2FE-8D94-4827-902B-88815403D259}" presName="bgRect" presStyleLbl="bgShp" presStyleIdx="1" presStyleCnt="6"/>
      <dgm:spPr/>
    </dgm:pt>
    <dgm:pt modelId="{9C01345D-B8A2-4CCF-B632-47B0FE88E261}" type="pres">
      <dgm:prSet presAssocID="{B59DB2FE-8D94-4827-902B-88815403D25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x trolley"/>
        </a:ext>
      </dgm:extLst>
    </dgm:pt>
    <dgm:pt modelId="{10AA0A71-D813-4B35-9ED9-10030BE0A6FA}" type="pres">
      <dgm:prSet presAssocID="{B59DB2FE-8D94-4827-902B-88815403D259}" presName="spaceRect" presStyleCnt="0"/>
      <dgm:spPr/>
    </dgm:pt>
    <dgm:pt modelId="{F513C8AC-C514-4BE4-9A46-B7DC49EDEB5A}" type="pres">
      <dgm:prSet presAssocID="{B59DB2FE-8D94-4827-902B-88815403D259}" presName="parTx" presStyleLbl="revTx" presStyleIdx="1" presStyleCnt="6">
        <dgm:presLayoutVars>
          <dgm:chMax val="0"/>
          <dgm:chPref val="0"/>
        </dgm:presLayoutVars>
      </dgm:prSet>
      <dgm:spPr/>
    </dgm:pt>
    <dgm:pt modelId="{0E2CE3AA-7BB7-48B1-9239-2EA7A70F903B}" type="pres">
      <dgm:prSet presAssocID="{A9853FDC-F9AA-4F1B-8740-D6F533777C3D}" presName="sibTrans" presStyleCnt="0"/>
      <dgm:spPr/>
    </dgm:pt>
    <dgm:pt modelId="{9349D59F-80AC-4E01-84F5-91C22FC8BE97}" type="pres">
      <dgm:prSet presAssocID="{3484835E-0DF0-4643-8F5B-058655C58C55}" presName="compNode" presStyleCnt="0"/>
      <dgm:spPr/>
    </dgm:pt>
    <dgm:pt modelId="{1F77F02F-4C97-411C-B118-437C1037CD19}" type="pres">
      <dgm:prSet presAssocID="{3484835E-0DF0-4643-8F5B-058655C58C55}" presName="bgRect" presStyleLbl="bgShp" presStyleIdx="2" presStyleCnt="6"/>
      <dgm:spPr/>
    </dgm:pt>
    <dgm:pt modelId="{CF0A83C6-4528-4169-86AD-666D13C92691}" type="pres">
      <dgm:prSet presAssocID="{3484835E-0DF0-4643-8F5B-058655C58C5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EED21512-8664-451C-94A9-05A233F2F98E}" type="pres">
      <dgm:prSet presAssocID="{3484835E-0DF0-4643-8F5B-058655C58C55}" presName="spaceRect" presStyleCnt="0"/>
      <dgm:spPr/>
    </dgm:pt>
    <dgm:pt modelId="{6E07FA3D-7299-48AA-8FC4-BEC2998BC347}" type="pres">
      <dgm:prSet presAssocID="{3484835E-0DF0-4643-8F5B-058655C58C55}" presName="parTx" presStyleLbl="revTx" presStyleIdx="2" presStyleCnt="6">
        <dgm:presLayoutVars>
          <dgm:chMax val="0"/>
          <dgm:chPref val="0"/>
        </dgm:presLayoutVars>
      </dgm:prSet>
      <dgm:spPr/>
    </dgm:pt>
    <dgm:pt modelId="{3ED3F38B-DEC3-43E5-B955-67F6F2A6DDAE}" type="pres">
      <dgm:prSet presAssocID="{9FF106F9-725D-4DC1-AF6F-4021C6A3792E}" presName="sibTrans" presStyleCnt="0"/>
      <dgm:spPr/>
    </dgm:pt>
    <dgm:pt modelId="{9504C92C-D2C1-4C87-ABA5-3E23C98BEF3C}" type="pres">
      <dgm:prSet presAssocID="{81AD4BD4-6F42-4BAE-8BF8-4DF5D65782E5}" presName="compNode" presStyleCnt="0"/>
      <dgm:spPr/>
    </dgm:pt>
    <dgm:pt modelId="{7F2D9F45-E83A-4264-817B-D4EDDCD4BCE3}" type="pres">
      <dgm:prSet presAssocID="{81AD4BD4-6F42-4BAE-8BF8-4DF5D65782E5}" presName="bgRect" presStyleLbl="bgShp" presStyleIdx="3" presStyleCnt="6"/>
      <dgm:spPr/>
    </dgm:pt>
    <dgm:pt modelId="{256B6A8C-C38A-42D2-A523-A4FAD80AEAA5}" type="pres">
      <dgm:prSet presAssocID="{81AD4BD4-6F42-4BAE-8BF8-4DF5D65782E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ze"/>
        </a:ext>
      </dgm:extLst>
    </dgm:pt>
    <dgm:pt modelId="{0DB82AE8-AE26-4170-9BBC-6E1FE71BECA7}" type="pres">
      <dgm:prSet presAssocID="{81AD4BD4-6F42-4BAE-8BF8-4DF5D65782E5}" presName="spaceRect" presStyleCnt="0"/>
      <dgm:spPr/>
    </dgm:pt>
    <dgm:pt modelId="{746AB75C-B290-4F76-8AA0-3D69B7DE5054}" type="pres">
      <dgm:prSet presAssocID="{81AD4BD4-6F42-4BAE-8BF8-4DF5D65782E5}" presName="parTx" presStyleLbl="revTx" presStyleIdx="3" presStyleCnt="6">
        <dgm:presLayoutVars>
          <dgm:chMax val="0"/>
          <dgm:chPref val="0"/>
        </dgm:presLayoutVars>
      </dgm:prSet>
      <dgm:spPr/>
    </dgm:pt>
    <dgm:pt modelId="{0F52B5E7-ABB1-4032-A3BA-4AEDC3F876D8}" type="pres">
      <dgm:prSet presAssocID="{734ECA2F-E98A-40A0-93F1-5E4E7D4A3944}" presName="sibTrans" presStyleCnt="0"/>
      <dgm:spPr/>
    </dgm:pt>
    <dgm:pt modelId="{D719AB12-DE29-454C-9BBA-02766C967740}" type="pres">
      <dgm:prSet presAssocID="{00EF0712-1E18-410D-AE06-0F8E572E16BA}" presName="compNode" presStyleCnt="0"/>
      <dgm:spPr/>
    </dgm:pt>
    <dgm:pt modelId="{4C3D99A9-785A-4EB2-BE97-CD0EB6F3AA19}" type="pres">
      <dgm:prSet presAssocID="{00EF0712-1E18-410D-AE06-0F8E572E16BA}" presName="bgRect" presStyleLbl="bgShp" presStyleIdx="4" presStyleCnt="6"/>
      <dgm:spPr/>
    </dgm:pt>
    <dgm:pt modelId="{0E953470-4F47-439D-BD66-71ED35B5C674}" type="pres">
      <dgm:prSet presAssocID="{00EF0712-1E18-410D-AE06-0F8E572E16B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4B579166-A08C-4E0D-BEA1-9BD8B4F56AFF}" type="pres">
      <dgm:prSet presAssocID="{00EF0712-1E18-410D-AE06-0F8E572E16BA}" presName="spaceRect" presStyleCnt="0"/>
      <dgm:spPr/>
    </dgm:pt>
    <dgm:pt modelId="{4ADADBC7-90F6-4A4A-AC3C-CB3A9125C39A}" type="pres">
      <dgm:prSet presAssocID="{00EF0712-1E18-410D-AE06-0F8E572E16BA}" presName="parTx" presStyleLbl="revTx" presStyleIdx="4" presStyleCnt="6">
        <dgm:presLayoutVars>
          <dgm:chMax val="0"/>
          <dgm:chPref val="0"/>
        </dgm:presLayoutVars>
      </dgm:prSet>
      <dgm:spPr/>
    </dgm:pt>
    <dgm:pt modelId="{C5D396F9-8D96-4D8D-899B-A5568317E7A3}" type="pres">
      <dgm:prSet presAssocID="{DAFFE86B-D12E-4A1F-A5B8-EE970E80B9D6}" presName="sibTrans" presStyleCnt="0"/>
      <dgm:spPr/>
    </dgm:pt>
    <dgm:pt modelId="{825DDB12-CCE1-46A0-A61A-8776DBB896C8}" type="pres">
      <dgm:prSet presAssocID="{764C71F3-66B1-47AD-9FC5-E3EC71334863}" presName="compNode" presStyleCnt="0"/>
      <dgm:spPr/>
    </dgm:pt>
    <dgm:pt modelId="{0E5CBAE8-B5DE-4F58-9E94-4FC4CA6AE928}" type="pres">
      <dgm:prSet presAssocID="{764C71F3-66B1-47AD-9FC5-E3EC71334863}" presName="bgRect" presStyleLbl="bgShp" presStyleIdx="5" presStyleCnt="6"/>
      <dgm:spPr/>
    </dgm:pt>
    <dgm:pt modelId="{13C0158F-B67B-4C41-9EDB-7BA7109C594B}" type="pres">
      <dgm:prSet presAssocID="{764C71F3-66B1-47AD-9FC5-E3EC7133486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loud Computing"/>
        </a:ext>
      </dgm:extLst>
    </dgm:pt>
    <dgm:pt modelId="{B5631085-1C1D-412B-80B6-F4ED98D2C0C7}" type="pres">
      <dgm:prSet presAssocID="{764C71F3-66B1-47AD-9FC5-E3EC71334863}" presName="spaceRect" presStyleCnt="0"/>
      <dgm:spPr/>
    </dgm:pt>
    <dgm:pt modelId="{EA48690A-35CC-495E-B262-5BFF5D4D03E0}" type="pres">
      <dgm:prSet presAssocID="{764C71F3-66B1-47AD-9FC5-E3EC71334863}" presName="parTx" presStyleLbl="revTx" presStyleIdx="5" presStyleCnt="6">
        <dgm:presLayoutVars>
          <dgm:chMax val="0"/>
          <dgm:chPref val="0"/>
        </dgm:presLayoutVars>
      </dgm:prSet>
      <dgm:spPr/>
    </dgm:pt>
  </dgm:ptLst>
  <dgm:cxnLst>
    <dgm:cxn modelId="{E308B012-1209-4683-8B56-FB826965EC63}" srcId="{1944EA9F-3157-4A33-9328-F1D85246C783}" destId="{B59DB2FE-8D94-4827-902B-88815403D259}" srcOrd="1" destOrd="0" parTransId="{B25A1126-0193-4915-9736-F599459AD572}" sibTransId="{A9853FDC-F9AA-4F1B-8740-D6F533777C3D}"/>
    <dgm:cxn modelId="{7DDB6029-4D0E-4974-8772-817D2B4B70F1}" type="presOf" srcId="{764C71F3-66B1-47AD-9FC5-E3EC71334863}" destId="{EA48690A-35CC-495E-B262-5BFF5D4D03E0}" srcOrd="0" destOrd="0" presId="urn:microsoft.com/office/officeart/2018/2/layout/IconVerticalSolidList"/>
    <dgm:cxn modelId="{3AAC5F3E-2B4F-447F-8E26-8DBCCBE908FC}" type="presOf" srcId="{00EF0712-1E18-410D-AE06-0F8E572E16BA}" destId="{4ADADBC7-90F6-4A4A-AC3C-CB3A9125C39A}" srcOrd="0" destOrd="0" presId="urn:microsoft.com/office/officeart/2018/2/layout/IconVerticalSolidList"/>
    <dgm:cxn modelId="{3C8B455B-AB9C-49B0-970C-D16A0B8AAF9A}" srcId="{1944EA9F-3157-4A33-9328-F1D85246C783}" destId="{00EF0712-1E18-410D-AE06-0F8E572E16BA}" srcOrd="4" destOrd="0" parTransId="{7E3F5160-E742-4CF6-B10C-B93274579792}" sibTransId="{DAFFE86B-D12E-4A1F-A5B8-EE970E80B9D6}"/>
    <dgm:cxn modelId="{DEF93365-E9C2-4407-B01A-4CEB4EA0D241}" type="presOf" srcId="{1944EA9F-3157-4A33-9328-F1D85246C783}" destId="{58178629-2A0B-4CF5-AFBE-EB7891FC6DAF}" srcOrd="0" destOrd="0" presId="urn:microsoft.com/office/officeart/2018/2/layout/IconVerticalSolidList"/>
    <dgm:cxn modelId="{6498894F-CF7D-40DA-9889-F136E387FAE7}" type="presOf" srcId="{3484835E-0DF0-4643-8F5B-058655C58C55}" destId="{6E07FA3D-7299-48AA-8FC4-BEC2998BC347}" srcOrd="0" destOrd="0" presId="urn:microsoft.com/office/officeart/2018/2/layout/IconVerticalSolidList"/>
    <dgm:cxn modelId="{CCB3A871-DDC2-41AB-8737-352BA28EEBD3}" type="presOf" srcId="{86D88755-33DE-4DA1-BA32-1E52A5CB687B}" destId="{416950F1-536B-4C12-8A45-5A9550C92D0A}" srcOrd="0" destOrd="0" presId="urn:microsoft.com/office/officeart/2018/2/layout/IconVerticalSolidList"/>
    <dgm:cxn modelId="{38A76A57-0601-49F2-B353-7E4E2073191B}" type="presOf" srcId="{81AD4BD4-6F42-4BAE-8BF8-4DF5D65782E5}" destId="{746AB75C-B290-4F76-8AA0-3D69B7DE5054}" srcOrd="0" destOrd="0" presId="urn:microsoft.com/office/officeart/2018/2/layout/IconVerticalSolidList"/>
    <dgm:cxn modelId="{E96BBD7F-0E9C-4A6D-BAB3-3B3CDA405786}" srcId="{1944EA9F-3157-4A33-9328-F1D85246C783}" destId="{86D88755-33DE-4DA1-BA32-1E52A5CB687B}" srcOrd="0" destOrd="0" parTransId="{D7B9771C-833F-40F2-9F19-DC9B77CA624B}" sibTransId="{E2C9504E-130F-4C6F-8C88-56FC9AD34BA2}"/>
    <dgm:cxn modelId="{F53BBABF-7769-41FB-A9D7-7AC1F907C145}" srcId="{1944EA9F-3157-4A33-9328-F1D85246C783}" destId="{81AD4BD4-6F42-4BAE-8BF8-4DF5D65782E5}" srcOrd="3" destOrd="0" parTransId="{7C8C98B5-FB06-420F-8350-05AE20B5AF36}" sibTransId="{734ECA2F-E98A-40A0-93F1-5E4E7D4A3944}"/>
    <dgm:cxn modelId="{1F40C4C8-935C-461B-AC50-3CA3E8CC07FC}" type="presOf" srcId="{B59DB2FE-8D94-4827-902B-88815403D259}" destId="{F513C8AC-C514-4BE4-9A46-B7DC49EDEB5A}" srcOrd="0" destOrd="0" presId="urn:microsoft.com/office/officeart/2018/2/layout/IconVerticalSolidList"/>
    <dgm:cxn modelId="{521DE2E9-0DAD-47FC-B33D-32677B0D6B77}" srcId="{1944EA9F-3157-4A33-9328-F1D85246C783}" destId="{764C71F3-66B1-47AD-9FC5-E3EC71334863}" srcOrd="5" destOrd="0" parTransId="{E8F33C10-D2C5-490F-89E1-E5B28D28F122}" sibTransId="{CAB69C3E-B373-4137-B363-73DD230BA77A}"/>
    <dgm:cxn modelId="{A7A59CF4-659D-4289-B8A5-9AFCB3A74840}" srcId="{1944EA9F-3157-4A33-9328-F1D85246C783}" destId="{3484835E-0DF0-4643-8F5B-058655C58C55}" srcOrd="2" destOrd="0" parTransId="{9A154D7F-FEA2-404F-BFFA-E95EE84BF713}" sibTransId="{9FF106F9-725D-4DC1-AF6F-4021C6A3792E}"/>
    <dgm:cxn modelId="{9437F847-A2D1-405F-A3E0-75F476C27FCE}" type="presParOf" srcId="{58178629-2A0B-4CF5-AFBE-EB7891FC6DAF}" destId="{4511E584-A1B4-47BF-B2DD-6EDDC9C4E58F}" srcOrd="0" destOrd="0" presId="urn:microsoft.com/office/officeart/2018/2/layout/IconVerticalSolidList"/>
    <dgm:cxn modelId="{84314E11-46DD-441D-A4A1-C2EF215DC5F9}" type="presParOf" srcId="{4511E584-A1B4-47BF-B2DD-6EDDC9C4E58F}" destId="{6089D921-DCE4-4354-8E20-3F8CA0C158F0}" srcOrd="0" destOrd="0" presId="urn:microsoft.com/office/officeart/2018/2/layout/IconVerticalSolidList"/>
    <dgm:cxn modelId="{C6275B69-B68A-401C-BC8E-6CC521F82697}" type="presParOf" srcId="{4511E584-A1B4-47BF-B2DD-6EDDC9C4E58F}" destId="{E7665817-7AB2-4432-AEFA-A8992D1BE741}" srcOrd="1" destOrd="0" presId="urn:microsoft.com/office/officeart/2018/2/layout/IconVerticalSolidList"/>
    <dgm:cxn modelId="{4D39390E-19D9-4804-8D89-A310A06D5638}" type="presParOf" srcId="{4511E584-A1B4-47BF-B2DD-6EDDC9C4E58F}" destId="{E5914E51-8A2A-429D-891C-EADE3EBB6F98}" srcOrd="2" destOrd="0" presId="urn:microsoft.com/office/officeart/2018/2/layout/IconVerticalSolidList"/>
    <dgm:cxn modelId="{89E9EF88-62A1-49C6-A594-FBCB982389BC}" type="presParOf" srcId="{4511E584-A1B4-47BF-B2DD-6EDDC9C4E58F}" destId="{416950F1-536B-4C12-8A45-5A9550C92D0A}" srcOrd="3" destOrd="0" presId="urn:microsoft.com/office/officeart/2018/2/layout/IconVerticalSolidList"/>
    <dgm:cxn modelId="{28F262C4-6CF6-444E-A8E3-7D4F4E5FF055}" type="presParOf" srcId="{58178629-2A0B-4CF5-AFBE-EB7891FC6DAF}" destId="{EA87CDED-455B-41D3-8760-BCDF2A367A0A}" srcOrd="1" destOrd="0" presId="urn:microsoft.com/office/officeart/2018/2/layout/IconVerticalSolidList"/>
    <dgm:cxn modelId="{EA451FC0-F42B-419B-B591-905216295BBD}" type="presParOf" srcId="{58178629-2A0B-4CF5-AFBE-EB7891FC6DAF}" destId="{1D78337D-D188-4A7A-9BA8-B65FED64FC15}" srcOrd="2" destOrd="0" presId="urn:microsoft.com/office/officeart/2018/2/layout/IconVerticalSolidList"/>
    <dgm:cxn modelId="{6F613152-9104-4D12-AD5B-0508B86E21E8}" type="presParOf" srcId="{1D78337D-D188-4A7A-9BA8-B65FED64FC15}" destId="{735542EE-6C7E-4FB9-B21D-D48EAA769771}" srcOrd="0" destOrd="0" presId="urn:microsoft.com/office/officeart/2018/2/layout/IconVerticalSolidList"/>
    <dgm:cxn modelId="{4956D839-15A6-49AD-BD3F-004D79B65C53}" type="presParOf" srcId="{1D78337D-D188-4A7A-9BA8-B65FED64FC15}" destId="{9C01345D-B8A2-4CCF-B632-47B0FE88E261}" srcOrd="1" destOrd="0" presId="urn:microsoft.com/office/officeart/2018/2/layout/IconVerticalSolidList"/>
    <dgm:cxn modelId="{FAB5CE69-B00D-4580-94EF-19BC5E5A6B54}" type="presParOf" srcId="{1D78337D-D188-4A7A-9BA8-B65FED64FC15}" destId="{10AA0A71-D813-4B35-9ED9-10030BE0A6FA}" srcOrd="2" destOrd="0" presId="urn:microsoft.com/office/officeart/2018/2/layout/IconVerticalSolidList"/>
    <dgm:cxn modelId="{99A5F7A3-928A-40AC-88B4-317A717F456C}" type="presParOf" srcId="{1D78337D-D188-4A7A-9BA8-B65FED64FC15}" destId="{F513C8AC-C514-4BE4-9A46-B7DC49EDEB5A}" srcOrd="3" destOrd="0" presId="urn:microsoft.com/office/officeart/2018/2/layout/IconVerticalSolidList"/>
    <dgm:cxn modelId="{DABF06D2-A67F-4EFB-BFDC-3265E7043694}" type="presParOf" srcId="{58178629-2A0B-4CF5-AFBE-EB7891FC6DAF}" destId="{0E2CE3AA-7BB7-48B1-9239-2EA7A70F903B}" srcOrd="3" destOrd="0" presId="urn:microsoft.com/office/officeart/2018/2/layout/IconVerticalSolidList"/>
    <dgm:cxn modelId="{2511513B-6571-43C5-B601-0230F413B088}" type="presParOf" srcId="{58178629-2A0B-4CF5-AFBE-EB7891FC6DAF}" destId="{9349D59F-80AC-4E01-84F5-91C22FC8BE97}" srcOrd="4" destOrd="0" presId="urn:microsoft.com/office/officeart/2018/2/layout/IconVerticalSolidList"/>
    <dgm:cxn modelId="{65C1DD94-AFDC-460E-B0B6-907029EAD23D}" type="presParOf" srcId="{9349D59F-80AC-4E01-84F5-91C22FC8BE97}" destId="{1F77F02F-4C97-411C-B118-437C1037CD19}" srcOrd="0" destOrd="0" presId="urn:microsoft.com/office/officeart/2018/2/layout/IconVerticalSolidList"/>
    <dgm:cxn modelId="{8D502997-2D45-499B-B382-6EEEBF122DD1}" type="presParOf" srcId="{9349D59F-80AC-4E01-84F5-91C22FC8BE97}" destId="{CF0A83C6-4528-4169-86AD-666D13C92691}" srcOrd="1" destOrd="0" presId="urn:microsoft.com/office/officeart/2018/2/layout/IconVerticalSolidList"/>
    <dgm:cxn modelId="{C2ADEEA3-404A-45C2-92B3-8A50A01B1C9E}" type="presParOf" srcId="{9349D59F-80AC-4E01-84F5-91C22FC8BE97}" destId="{EED21512-8664-451C-94A9-05A233F2F98E}" srcOrd="2" destOrd="0" presId="urn:microsoft.com/office/officeart/2018/2/layout/IconVerticalSolidList"/>
    <dgm:cxn modelId="{E58664D8-C0A0-4736-883F-A99CE59BA5A5}" type="presParOf" srcId="{9349D59F-80AC-4E01-84F5-91C22FC8BE97}" destId="{6E07FA3D-7299-48AA-8FC4-BEC2998BC347}" srcOrd="3" destOrd="0" presId="urn:microsoft.com/office/officeart/2018/2/layout/IconVerticalSolidList"/>
    <dgm:cxn modelId="{48A87B0C-BD59-4B3A-8102-BA3459441E56}" type="presParOf" srcId="{58178629-2A0B-4CF5-AFBE-EB7891FC6DAF}" destId="{3ED3F38B-DEC3-43E5-B955-67F6F2A6DDAE}" srcOrd="5" destOrd="0" presId="urn:microsoft.com/office/officeart/2018/2/layout/IconVerticalSolidList"/>
    <dgm:cxn modelId="{EC46A10A-CD26-4192-96AA-0DDBDFD8CC7F}" type="presParOf" srcId="{58178629-2A0B-4CF5-AFBE-EB7891FC6DAF}" destId="{9504C92C-D2C1-4C87-ABA5-3E23C98BEF3C}" srcOrd="6" destOrd="0" presId="urn:microsoft.com/office/officeart/2018/2/layout/IconVerticalSolidList"/>
    <dgm:cxn modelId="{457F3119-4726-4DF1-BD37-8DF733ED5E5E}" type="presParOf" srcId="{9504C92C-D2C1-4C87-ABA5-3E23C98BEF3C}" destId="{7F2D9F45-E83A-4264-817B-D4EDDCD4BCE3}" srcOrd="0" destOrd="0" presId="urn:microsoft.com/office/officeart/2018/2/layout/IconVerticalSolidList"/>
    <dgm:cxn modelId="{6023CE16-75A6-4E3D-994F-8341485026AB}" type="presParOf" srcId="{9504C92C-D2C1-4C87-ABA5-3E23C98BEF3C}" destId="{256B6A8C-C38A-42D2-A523-A4FAD80AEAA5}" srcOrd="1" destOrd="0" presId="urn:microsoft.com/office/officeart/2018/2/layout/IconVerticalSolidList"/>
    <dgm:cxn modelId="{903F73A9-4785-4A92-8EF6-F5BEED9890BE}" type="presParOf" srcId="{9504C92C-D2C1-4C87-ABA5-3E23C98BEF3C}" destId="{0DB82AE8-AE26-4170-9BBC-6E1FE71BECA7}" srcOrd="2" destOrd="0" presId="urn:microsoft.com/office/officeart/2018/2/layout/IconVerticalSolidList"/>
    <dgm:cxn modelId="{DA955D62-3118-4C1E-94BF-42A37EC648A0}" type="presParOf" srcId="{9504C92C-D2C1-4C87-ABA5-3E23C98BEF3C}" destId="{746AB75C-B290-4F76-8AA0-3D69B7DE5054}" srcOrd="3" destOrd="0" presId="urn:microsoft.com/office/officeart/2018/2/layout/IconVerticalSolidList"/>
    <dgm:cxn modelId="{43EDE77E-03C9-432C-82E6-67FB81C05591}" type="presParOf" srcId="{58178629-2A0B-4CF5-AFBE-EB7891FC6DAF}" destId="{0F52B5E7-ABB1-4032-A3BA-4AEDC3F876D8}" srcOrd="7" destOrd="0" presId="urn:microsoft.com/office/officeart/2018/2/layout/IconVerticalSolidList"/>
    <dgm:cxn modelId="{E0C2AAD8-8BBE-4442-91D3-1CC77002EF05}" type="presParOf" srcId="{58178629-2A0B-4CF5-AFBE-EB7891FC6DAF}" destId="{D719AB12-DE29-454C-9BBA-02766C967740}" srcOrd="8" destOrd="0" presId="urn:microsoft.com/office/officeart/2018/2/layout/IconVerticalSolidList"/>
    <dgm:cxn modelId="{860F7D6E-02FF-4369-83F2-BDD9B7B83770}" type="presParOf" srcId="{D719AB12-DE29-454C-9BBA-02766C967740}" destId="{4C3D99A9-785A-4EB2-BE97-CD0EB6F3AA19}" srcOrd="0" destOrd="0" presId="urn:microsoft.com/office/officeart/2018/2/layout/IconVerticalSolidList"/>
    <dgm:cxn modelId="{D1C2A71E-5C94-416F-AC6D-11028CFCC0DA}" type="presParOf" srcId="{D719AB12-DE29-454C-9BBA-02766C967740}" destId="{0E953470-4F47-439D-BD66-71ED35B5C674}" srcOrd="1" destOrd="0" presId="urn:microsoft.com/office/officeart/2018/2/layout/IconVerticalSolidList"/>
    <dgm:cxn modelId="{C564D512-10FC-4A5C-8B00-4CDA0B58084C}" type="presParOf" srcId="{D719AB12-DE29-454C-9BBA-02766C967740}" destId="{4B579166-A08C-4E0D-BEA1-9BD8B4F56AFF}" srcOrd="2" destOrd="0" presId="urn:microsoft.com/office/officeart/2018/2/layout/IconVerticalSolidList"/>
    <dgm:cxn modelId="{2A5746B2-D697-40D7-B38D-BF0E524FE33D}" type="presParOf" srcId="{D719AB12-DE29-454C-9BBA-02766C967740}" destId="{4ADADBC7-90F6-4A4A-AC3C-CB3A9125C39A}" srcOrd="3" destOrd="0" presId="urn:microsoft.com/office/officeart/2018/2/layout/IconVerticalSolidList"/>
    <dgm:cxn modelId="{F49E3AC8-C316-468B-8CAF-A1E526631353}" type="presParOf" srcId="{58178629-2A0B-4CF5-AFBE-EB7891FC6DAF}" destId="{C5D396F9-8D96-4D8D-899B-A5568317E7A3}" srcOrd="9" destOrd="0" presId="urn:microsoft.com/office/officeart/2018/2/layout/IconVerticalSolidList"/>
    <dgm:cxn modelId="{B7F5C82D-60D4-491A-9A1A-EC75DCF7CAC6}" type="presParOf" srcId="{58178629-2A0B-4CF5-AFBE-EB7891FC6DAF}" destId="{825DDB12-CCE1-46A0-A61A-8776DBB896C8}" srcOrd="10" destOrd="0" presId="urn:microsoft.com/office/officeart/2018/2/layout/IconVerticalSolidList"/>
    <dgm:cxn modelId="{41CC3E57-D730-4359-A810-03966042843E}" type="presParOf" srcId="{825DDB12-CCE1-46A0-A61A-8776DBB896C8}" destId="{0E5CBAE8-B5DE-4F58-9E94-4FC4CA6AE928}" srcOrd="0" destOrd="0" presId="urn:microsoft.com/office/officeart/2018/2/layout/IconVerticalSolidList"/>
    <dgm:cxn modelId="{9A881109-9FE5-4A42-958D-1F3EEF054EAE}" type="presParOf" srcId="{825DDB12-CCE1-46A0-A61A-8776DBB896C8}" destId="{13C0158F-B67B-4C41-9EDB-7BA7109C594B}" srcOrd="1" destOrd="0" presId="urn:microsoft.com/office/officeart/2018/2/layout/IconVerticalSolidList"/>
    <dgm:cxn modelId="{70DB73C5-45D9-4AB3-8BB5-1F7E63738DBC}" type="presParOf" srcId="{825DDB12-CCE1-46A0-A61A-8776DBB896C8}" destId="{B5631085-1C1D-412B-80B6-F4ED98D2C0C7}" srcOrd="2" destOrd="0" presId="urn:microsoft.com/office/officeart/2018/2/layout/IconVerticalSolidList"/>
    <dgm:cxn modelId="{76C06275-09DB-4B08-97BF-E4562AFC6B17}" type="presParOf" srcId="{825DDB12-CCE1-46A0-A61A-8776DBB896C8}" destId="{EA48690A-35CC-495E-B262-5BFF5D4D03E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F2D214-8CBF-4051-A021-8896ECE8E1C3}">
      <dsp:nvSpPr>
        <dsp:cNvPr id="0" name=""/>
        <dsp:cNvSpPr/>
      </dsp:nvSpPr>
      <dsp:spPr>
        <a:xfrm>
          <a:off x="0" y="12905"/>
          <a:ext cx="6797675" cy="16497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Research Question</a:t>
          </a:r>
          <a:r>
            <a:rPr lang="en-US" sz="3000" kern="1200"/>
            <a:t>: How can machine learning models be used to forecast sales for retail stores accurately?</a:t>
          </a:r>
        </a:p>
      </dsp:txBody>
      <dsp:txXfrm>
        <a:off x="80532" y="93437"/>
        <a:ext cx="6636611" cy="1488636"/>
      </dsp:txXfrm>
    </dsp:sp>
    <dsp:sp modelId="{8001BF50-2922-4983-9DCD-44C886E5C367}">
      <dsp:nvSpPr>
        <dsp:cNvPr id="0" name=""/>
        <dsp:cNvSpPr/>
      </dsp:nvSpPr>
      <dsp:spPr>
        <a:xfrm>
          <a:off x="0" y="1662605"/>
          <a:ext cx="6797675" cy="3974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Explore the need for predictive models in retail.</a:t>
          </a:r>
        </a:p>
        <a:p>
          <a:pPr marL="228600" lvl="1" indent="-228600" algn="l" defTabSz="1022350">
            <a:lnSpc>
              <a:spcPct val="90000"/>
            </a:lnSpc>
            <a:spcBef>
              <a:spcPct val="0"/>
            </a:spcBef>
            <a:spcAft>
              <a:spcPct val="20000"/>
            </a:spcAft>
            <a:buChar char="•"/>
          </a:pPr>
          <a:r>
            <a:rPr lang="en-US" sz="2300" kern="1200"/>
            <a:t>Identify challenges retailers face in demand forecasting.</a:t>
          </a:r>
        </a:p>
        <a:p>
          <a:pPr marL="228600" lvl="1" indent="-228600" algn="l" defTabSz="1022350">
            <a:lnSpc>
              <a:spcPct val="90000"/>
            </a:lnSpc>
            <a:spcBef>
              <a:spcPct val="0"/>
            </a:spcBef>
            <a:spcAft>
              <a:spcPct val="20000"/>
            </a:spcAft>
            <a:buChar char="•"/>
          </a:pPr>
          <a:r>
            <a:rPr lang="en-US" sz="2300" kern="1200"/>
            <a:t>Discuss the role of data science in improving sales predictions.</a:t>
          </a:r>
        </a:p>
        <a:p>
          <a:pPr marL="228600" lvl="1" indent="-228600" algn="l" defTabSz="1022350">
            <a:lnSpc>
              <a:spcPct val="90000"/>
            </a:lnSpc>
            <a:spcBef>
              <a:spcPct val="0"/>
            </a:spcBef>
            <a:spcAft>
              <a:spcPct val="20000"/>
            </a:spcAft>
            <a:buChar char="•"/>
          </a:pPr>
          <a:r>
            <a:rPr lang="en-US" sz="2300" kern="1200"/>
            <a:t>Sales prediction models are crucial for efficient inventory management.</a:t>
          </a:r>
        </a:p>
        <a:p>
          <a:pPr marL="228600" lvl="1" indent="-228600" algn="l" defTabSz="1022350">
            <a:lnSpc>
              <a:spcPct val="90000"/>
            </a:lnSpc>
            <a:spcBef>
              <a:spcPct val="0"/>
            </a:spcBef>
            <a:spcAft>
              <a:spcPct val="20000"/>
            </a:spcAft>
            <a:buChar char="•"/>
          </a:pPr>
          <a:r>
            <a:rPr lang="en-US" sz="2300" kern="1200"/>
            <a:t>We aim to optimize prediction accuracy using advanced machine learning models.</a:t>
          </a:r>
        </a:p>
        <a:p>
          <a:pPr marL="228600" lvl="1" indent="-228600" algn="l" defTabSz="1022350">
            <a:lnSpc>
              <a:spcPct val="90000"/>
            </a:lnSpc>
            <a:spcBef>
              <a:spcPct val="0"/>
            </a:spcBef>
            <a:spcAft>
              <a:spcPct val="20000"/>
            </a:spcAft>
            <a:buChar char="•"/>
          </a:pPr>
          <a:r>
            <a:rPr lang="en-US" sz="2300" kern="1200"/>
            <a:t>This research is key to helping retail businesses reduce excess inventory and stockouts.</a:t>
          </a:r>
        </a:p>
      </dsp:txBody>
      <dsp:txXfrm>
        <a:off x="0" y="1662605"/>
        <a:ext cx="6797675" cy="3974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BD138-156F-4E55-95B1-65613DE1A0C9}">
      <dsp:nvSpPr>
        <dsp:cNvPr id="0" name=""/>
        <dsp:cNvSpPr/>
      </dsp:nvSpPr>
      <dsp:spPr>
        <a:xfrm>
          <a:off x="377190" y="3160"/>
          <a:ext cx="2907506" cy="174450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Machine learning has proven beneficial for retail sales prediction.</a:t>
          </a:r>
        </a:p>
      </dsp:txBody>
      <dsp:txXfrm>
        <a:off x="377190" y="3160"/>
        <a:ext cx="2907506" cy="1744503"/>
      </dsp:txXfrm>
    </dsp:sp>
    <dsp:sp modelId="{6A916CF4-7807-4B62-AB6D-D6DEAB49A5C1}">
      <dsp:nvSpPr>
        <dsp:cNvPr id="0" name=""/>
        <dsp:cNvSpPr/>
      </dsp:nvSpPr>
      <dsp:spPr>
        <a:xfrm>
          <a:off x="3575446" y="3160"/>
          <a:ext cx="2907506" cy="1744503"/>
        </a:xfrm>
        <a:prstGeom prst="rect">
          <a:avLst/>
        </a:prstGeom>
        <a:solidFill>
          <a:schemeClr val="accent5">
            <a:hueOff val="425424"/>
            <a:satOff val="-4778"/>
            <a:lumOff val="-102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Time-series forecasting techniques, such as ARIMA, were traditionally used.</a:t>
          </a:r>
        </a:p>
      </dsp:txBody>
      <dsp:txXfrm>
        <a:off x="3575446" y="3160"/>
        <a:ext cx="2907506" cy="1744503"/>
      </dsp:txXfrm>
    </dsp:sp>
    <dsp:sp modelId="{F96D3D37-02FA-4A61-8501-FB1D284BA0BA}">
      <dsp:nvSpPr>
        <dsp:cNvPr id="0" name=""/>
        <dsp:cNvSpPr/>
      </dsp:nvSpPr>
      <dsp:spPr>
        <a:xfrm>
          <a:off x="6773703" y="3160"/>
          <a:ext cx="2907506" cy="1744503"/>
        </a:xfrm>
        <a:prstGeom prst="rect">
          <a:avLst/>
        </a:prstGeom>
        <a:solidFill>
          <a:schemeClr val="accent5">
            <a:hueOff val="850848"/>
            <a:satOff val="-9556"/>
            <a:lumOff val="-203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However, modern techniques like Random Forest, XGBoost, and LSTM have shown better accuracy.</a:t>
          </a:r>
        </a:p>
      </dsp:txBody>
      <dsp:txXfrm>
        <a:off x="6773703" y="3160"/>
        <a:ext cx="2907506" cy="1744503"/>
      </dsp:txXfrm>
    </dsp:sp>
    <dsp:sp modelId="{AA28ED6A-43E9-4082-9B09-E5DF42FAE9BB}">
      <dsp:nvSpPr>
        <dsp:cNvPr id="0" name=""/>
        <dsp:cNvSpPr/>
      </dsp:nvSpPr>
      <dsp:spPr>
        <a:xfrm>
          <a:off x="377190" y="2038415"/>
          <a:ext cx="2907506" cy="1744503"/>
        </a:xfrm>
        <a:prstGeom prst="rect">
          <a:avLst/>
        </a:prstGeom>
        <a:solidFill>
          <a:schemeClr val="accent5">
            <a:hueOff val="1276272"/>
            <a:satOff val="-14335"/>
            <a:lumOff val="-305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Previous research highlights the need for more data-driven approaches in retail forecasting.</a:t>
          </a:r>
        </a:p>
      </dsp:txBody>
      <dsp:txXfrm>
        <a:off x="377190" y="2038415"/>
        <a:ext cx="2907506" cy="1744503"/>
      </dsp:txXfrm>
    </dsp:sp>
    <dsp:sp modelId="{FC953100-6217-4FF9-B358-154C71FB0E60}">
      <dsp:nvSpPr>
        <dsp:cNvPr id="0" name=""/>
        <dsp:cNvSpPr/>
      </dsp:nvSpPr>
      <dsp:spPr>
        <a:xfrm>
          <a:off x="3575446" y="2038415"/>
          <a:ext cx="2907506" cy="1744503"/>
        </a:xfrm>
        <a:prstGeom prst="rect">
          <a:avLst/>
        </a:prstGeom>
        <a:solidFill>
          <a:schemeClr val="accent5">
            <a:hueOff val="1701696"/>
            <a:satOff val="-19113"/>
            <a:lumOff val="-407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Studies have proven the value of demand forecasting in reducing inventory costs.</a:t>
          </a:r>
        </a:p>
      </dsp:txBody>
      <dsp:txXfrm>
        <a:off x="3575446" y="2038415"/>
        <a:ext cx="2907506" cy="1744503"/>
      </dsp:txXfrm>
    </dsp:sp>
    <dsp:sp modelId="{C048C937-FD33-4D0F-851C-719066486034}">
      <dsp:nvSpPr>
        <dsp:cNvPr id="0" name=""/>
        <dsp:cNvSpPr/>
      </dsp:nvSpPr>
      <dsp:spPr>
        <a:xfrm>
          <a:off x="6773703" y="2038415"/>
          <a:ext cx="2907506" cy="1744503"/>
        </a:xfrm>
        <a:prstGeom prst="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 blend of traditional and machine learning models is being explored.</a:t>
          </a:r>
        </a:p>
      </dsp:txBody>
      <dsp:txXfrm>
        <a:off x="6773703" y="2038415"/>
        <a:ext cx="2907506" cy="17445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B4029-65B7-4889-9F1F-87DED5A977C2}">
      <dsp:nvSpPr>
        <dsp:cNvPr id="0" name=""/>
        <dsp:cNvSpPr/>
      </dsp:nvSpPr>
      <dsp:spPr>
        <a:xfrm>
          <a:off x="0" y="209516"/>
          <a:ext cx="11468581" cy="14718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a:t>Dataset</a:t>
          </a:r>
          <a:r>
            <a:rPr lang="en-US" sz="3700" kern="1200"/>
            <a:t>: Kaggle's </a:t>
          </a:r>
          <a:r>
            <a:rPr lang="en-US" sz="3700" i="1" kern="1200"/>
            <a:t>Store Item Demand Forecasting Challenge</a:t>
          </a:r>
          <a:r>
            <a:rPr lang="en-US" sz="3700" kern="1200"/>
            <a:t>.</a:t>
          </a:r>
        </a:p>
      </dsp:txBody>
      <dsp:txXfrm>
        <a:off x="71850" y="281366"/>
        <a:ext cx="11324881" cy="1328160"/>
      </dsp:txXfrm>
    </dsp:sp>
    <dsp:sp modelId="{B354D2D0-6AD6-4B42-82B7-49DAEE6F6785}">
      <dsp:nvSpPr>
        <dsp:cNvPr id="0" name=""/>
        <dsp:cNvSpPr/>
      </dsp:nvSpPr>
      <dsp:spPr>
        <a:xfrm>
          <a:off x="0" y="1681377"/>
          <a:ext cx="11468581" cy="2910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127"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kern="1200"/>
            <a:t>Contains 5 years of daily sales data across multiple store locations.</a:t>
          </a:r>
        </a:p>
        <a:p>
          <a:pPr marL="285750" lvl="1" indent="-285750" algn="l" defTabSz="1289050">
            <a:lnSpc>
              <a:spcPct val="90000"/>
            </a:lnSpc>
            <a:spcBef>
              <a:spcPct val="0"/>
            </a:spcBef>
            <a:spcAft>
              <a:spcPct val="20000"/>
            </a:spcAft>
            <a:buChar char="•"/>
          </a:pPr>
          <a:r>
            <a:rPr lang="en-US" sz="2900" kern="1200"/>
            <a:t>Features: store ID, item ID, sales quantity, date, and promotional info.</a:t>
          </a:r>
        </a:p>
        <a:p>
          <a:pPr marL="285750" lvl="1" indent="-285750" algn="l" defTabSz="1289050">
            <a:lnSpc>
              <a:spcPct val="90000"/>
            </a:lnSpc>
            <a:spcBef>
              <a:spcPct val="0"/>
            </a:spcBef>
            <a:spcAft>
              <a:spcPct val="20000"/>
            </a:spcAft>
            <a:buChar char="•"/>
          </a:pPr>
          <a:r>
            <a:rPr lang="en-US" sz="2900" kern="1200"/>
            <a:t>Data is categorized into items, stores, and time periods.</a:t>
          </a:r>
        </a:p>
        <a:p>
          <a:pPr marL="285750" lvl="1" indent="-285750" algn="l" defTabSz="1289050">
            <a:lnSpc>
              <a:spcPct val="90000"/>
            </a:lnSpc>
            <a:spcBef>
              <a:spcPct val="0"/>
            </a:spcBef>
            <a:spcAft>
              <a:spcPct val="20000"/>
            </a:spcAft>
            <a:buChar char="•"/>
          </a:pPr>
          <a:r>
            <a:rPr lang="en-US" sz="2900" kern="1200"/>
            <a:t>Goal: Predict sales for 3 months based on historical data.</a:t>
          </a:r>
        </a:p>
        <a:p>
          <a:pPr marL="285750" lvl="1" indent="-285750" algn="l" defTabSz="1289050">
            <a:lnSpc>
              <a:spcPct val="90000"/>
            </a:lnSpc>
            <a:spcBef>
              <a:spcPct val="0"/>
            </a:spcBef>
            <a:spcAft>
              <a:spcPct val="20000"/>
            </a:spcAft>
            <a:buChar char="•"/>
          </a:pPr>
          <a:r>
            <a:rPr lang="en-US" sz="2900" kern="1200"/>
            <a:t>Dataset enables machine learning models for time-series analysis and forecasting.</a:t>
          </a:r>
        </a:p>
      </dsp:txBody>
      <dsp:txXfrm>
        <a:off x="0" y="1681377"/>
        <a:ext cx="11468581" cy="29104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8E15F-50E3-42E0-ADF0-C8BB17327097}">
      <dsp:nvSpPr>
        <dsp:cNvPr id="0" name=""/>
        <dsp:cNvSpPr/>
      </dsp:nvSpPr>
      <dsp:spPr>
        <a:xfrm>
          <a:off x="0" y="400897"/>
          <a:ext cx="10341185" cy="52767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Data used does not include personal information.</a:t>
          </a:r>
        </a:p>
      </dsp:txBody>
      <dsp:txXfrm>
        <a:off x="25759" y="426656"/>
        <a:ext cx="10289667" cy="476152"/>
      </dsp:txXfrm>
    </dsp:sp>
    <dsp:sp modelId="{8C6C6E6D-B345-4572-B0C7-02B039A8949F}">
      <dsp:nvSpPr>
        <dsp:cNvPr id="0" name=""/>
        <dsp:cNvSpPr/>
      </dsp:nvSpPr>
      <dsp:spPr>
        <a:xfrm>
          <a:off x="0" y="991927"/>
          <a:ext cx="10341185" cy="527670"/>
        </a:xfrm>
        <a:prstGeom prst="roundRect">
          <a:avLst/>
        </a:prstGeom>
        <a:solidFill>
          <a:schemeClr val="accent5">
            <a:hueOff val="425424"/>
            <a:satOff val="-4778"/>
            <a:lumOff val="-102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No private customer data is involved.</a:t>
          </a:r>
        </a:p>
      </dsp:txBody>
      <dsp:txXfrm>
        <a:off x="25759" y="1017686"/>
        <a:ext cx="10289667" cy="476152"/>
      </dsp:txXfrm>
    </dsp:sp>
    <dsp:sp modelId="{F5D8700D-77D9-4B5F-805E-03D1B59BB254}">
      <dsp:nvSpPr>
        <dsp:cNvPr id="0" name=""/>
        <dsp:cNvSpPr/>
      </dsp:nvSpPr>
      <dsp:spPr>
        <a:xfrm>
          <a:off x="0" y="1582957"/>
          <a:ext cx="10341185" cy="527670"/>
        </a:xfrm>
        <a:prstGeom prst="roundRect">
          <a:avLst/>
        </a:prstGeom>
        <a:solidFill>
          <a:schemeClr val="accent5">
            <a:hueOff val="850848"/>
            <a:satOff val="-9556"/>
            <a:lumOff val="-203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Dataset is publicly available through Kaggle under a Creative Commons license.</a:t>
          </a:r>
        </a:p>
      </dsp:txBody>
      <dsp:txXfrm>
        <a:off x="25759" y="1608716"/>
        <a:ext cx="10289667" cy="476152"/>
      </dsp:txXfrm>
    </dsp:sp>
    <dsp:sp modelId="{DF8E2847-DE1A-4AD6-B74B-A46B15E42D19}">
      <dsp:nvSpPr>
        <dsp:cNvPr id="0" name=""/>
        <dsp:cNvSpPr/>
      </dsp:nvSpPr>
      <dsp:spPr>
        <a:xfrm>
          <a:off x="0" y="2173987"/>
          <a:ext cx="10341185" cy="527670"/>
        </a:xfrm>
        <a:prstGeom prst="roundRect">
          <a:avLst/>
        </a:prstGeom>
        <a:solidFill>
          <a:schemeClr val="accent5">
            <a:hueOff val="1276272"/>
            <a:satOff val="-14335"/>
            <a:lumOff val="-305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Ethical considerations around data usage are addressed through licensing agreements.</a:t>
          </a:r>
        </a:p>
      </dsp:txBody>
      <dsp:txXfrm>
        <a:off x="25759" y="2199746"/>
        <a:ext cx="10289667" cy="476152"/>
      </dsp:txXfrm>
    </dsp:sp>
    <dsp:sp modelId="{213B643C-9BA6-4297-91ED-694073985D44}">
      <dsp:nvSpPr>
        <dsp:cNvPr id="0" name=""/>
        <dsp:cNvSpPr/>
      </dsp:nvSpPr>
      <dsp:spPr>
        <a:xfrm>
          <a:off x="0" y="2765017"/>
          <a:ext cx="10341185" cy="527670"/>
        </a:xfrm>
        <a:prstGeom prst="roundRect">
          <a:avLst/>
        </a:prstGeom>
        <a:solidFill>
          <a:schemeClr val="accent5">
            <a:hueOff val="1701696"/>
            <a:satOff val="-19113"/>
            <a:lumOff val="-407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data meets GDPR compliance standards.</a:t>
          </a:r>
        </a:p>
      </dsp:txBody>
      <dsp:txXfrm>
        <a:off x="25759" y="2790776"/>
        <a:ext cx="10289667" cy="476152"/>
      </dsp:txXfrm>
    </dsp:sp>
    <dsp:sp modelId="{84182084-2DDF-4A94-9333-4C86ACC2E4CF}">
      <dsp:nvSpPr>
        <dsp:cNvPr id="0" name=""/>
        <dsp:cNvSpPr/>
      </dsp:nvSpPr>
      <dsp:spPr>
        <a:xfrm>
          <a:off x="0" y="3356047"/>
          <a:ext cx="10341185" cy="527670"/>
        </a:xfrm>
        <a:prstGeom prst="round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You have ensured all data is anonymized and used responsibly.</a:t>
          </a:r>
        </a:p>
      </dsp:txBody>
      <dsp:txXfrm>
        <a:off x="25759" y="3381806"/>
        <a:ext cx="10289667" cy="4761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F2E13-E6CE-4B65-B5EF-BD57B0899FDB}">
      <dsp:nvSpPr>
        <dsp:cNvPr id="0" name=""/>
        <dsp:cNvSpPr/>
      </dsp:nvSpPr>
      <dsp:spPr>
        <a:xfrm>
          <a:off x="2683345" y="462334"/>
          <a:ext cx="357410" cy="91440"/>
        </a:xfrm>
        <a:custGeom>
          <a:avLst/>
          <a:gdLst/>
          <a:ahLst/>
          <a:cxnLst/>
          <a:rect l="0" t="0" r="0" b="0"/>
          <a:pathLst>
            <a:path>
              <a:moveTo>
                <a:pt x="0" y="45720"/>
              </a:moveTo>
              <a:lnTo>
                <a:pt x="357410"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52350" y="506114"/>
        <a:ext cx="19400" cy="3880"/>
      </dsp:txXfrm>
    </dsp:sp>
    <dsp:sp modelId="{BCC892D6-8AB0-4A6B-80DC-1A7DB35F11A7}">
      <dsp:nvSpPr>
        <dsp:cNvPr id="0" name=""/>
        <dsp:cNvSpPr/>
      </dsp:nvSpPr>
      <dsp:spPr>
        <a:xfrm>
          <a:off x="998142" y="1953"/>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Handle missing values using imputation or removal.</a:t>
          </a:r>
        </a:p>
      </dsp:txBody>
      <dsp:txXfrm>
        <a:off x="998142" y="1953"/>
        <a:ext cx="1687002" cy="1012201"/>
      </dsp:txXfrm>
    </dsp:sp>
    <dsp:sp modelId="{CD5EC94D-04AE-45F7-9C30-C29DA9A72C1D}">
      <dsp:nvSpPr>
        <dsp:cNvPr id="0" name=""/>
        <dsp:cNvSpPr/>
      </dsp:nvSpPr>
      <dsp:spPr>
        <a:xfrm>
          <a:off x="1841644" y="1012354"/>
          <a:ext cx="2075012" cy="357410"/>
        </a:xfrm>
        <a:custGeom>
          <a:avLst/>
          <a:gdLst/>
          <a:ahLst/>
          <a:cxnLst/>
          <a:rect l="0" t="0" r="0" b="0"/>
          <a:pathLst>
            <a:path>
              <a:moveTo>
                <a:pt x="2075012" y="0"/>
              </a:moveTo>
              <a:lnTo>
                <a:pt x="2075012" y="195805"/>
              </a:lnTo>
              <a:lnTo>
                <a:pt x="0" y="195805"/>
              </a:lnTo>
              <a:lnTo>
                <a:pt x="0" y="35741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6376" y="1189120"/>
        <a:ext cx="105548" cy="3880"/>
      </dsp:txXfrm>
    </dsp:sp>
    <dsp:sp modelId="{70DF9802-890B-475E-9B0F-DF9D91850A21}">
      <dsp:nvSpPr>
        <dsp:cNvPr id="0" name=""/>
        <dsp:cNvSpPr/>
      </dsp:nvSpPr>
      <dsp:spPr>
        <a:xfrm>
          <a:off x="3073155" y="1953"/>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Normalize numerical data to improve model performance.</a:t>
          </a:r>
        </a:p>
      </dsp:txBody>
      <dsp:txXfrm>
        <a:off x="3073155" y="1953"/>
        <a:ext cx="1687002" cy="1012201"/>
      </dsp:txXfrm>
    </dsp:sp>
    <dsp:sp modelId="{B46906E6-8590-41CB-8C21-5AB0C3D40776}">
      <dsp:nvSpPr>
        <dsp:cNvPr id="0" name=""/>
        <dsp:cNvSpPr/>
      </dsp:nvSpPr>
      <dsp:spPr>
        <a:xfrm>
          <a:off x="2683345" y="1862546"/>
          <a:ext cx="357410" cy="91440"/>
        </a:xfrm>
        <a:custGeom>
          <a:avLst/>
          <a:gdLst/>
          <a:ahLst/>
          <a:cxnLst/>
          <a:rect l="0" t="0" r="0" b="0"/>
          <a:pathLst>
            <a:path>
              <a:moveTo>
                <a:pt x="0" y="45720"/>
              </a:moveTo>
              <a:lnTo>
                <a:pt x="357410"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52350" y="1906325"/>
        <a:ext cx="19400" cy="3880"/>
      </dsp:txXfrm>
    </dsp:sp>
    <dsp:sp modelId="{E28CE0BB-A5BE-47CF-810A-862103FB6B87}">
      <dsp:nvSpPr>
        <dsp:cNvPr id="0" name=""/>
        <dsp:cNvSpPr/>
      </dsp:nvSpPr>
      <dsp:spPr>
        <a:xfrm>
          <a:off x="998142" y="1402165"/>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Encode categorical data (e.g., store, item ID) using one-hot encoding.</a:t>
          </a:r>
        </a:p>
      </dsp:txBody>
      <dsp:txXfrm>
        <a:off x="998142" y="1402165"/>
        <a:ext cx="1687002" cy="1012201"/>
      </dsp:txXfrm>
    </dsp:sp>
    <dsp:sp modelId="{67084EFE-7A7B-44BF-AFFB-2313982E0828}">
      <dsp:nvSpPr>
        <dsp:cNvPr id="0" name=""/>
        <dsp:cNvSpPr/>
      </dsp:nvSpPr>
      <dsp:spPr>
        <a:xfrm>
          <a:off x="1841644" y="2412566"/>
          <a:ext cx="2075012" cy="357410"/>
        </a:xfrm>
        <a:custGeom>
          <a:avLst/>
          <a:gdLst/>
          <a:ahLst/>
          <a:cxnLst/>
          <a:rect l="0" t="0" r="0" b="0"/>
          <a:pathLst>
            <a:path>
              <a:moveTo>
                <a:pt x="2075012" y="0"/>
              </a:moveTo>
              <a:lnTo>
                <a:pt x="2075012" y="195805"/>
              </a:lnTo>
              <a:lnTo>
                <a:pt x="0" y="195805"/>
              </a:lnTo>
              <a:lnTo>
                <a:pt x="0" y="35741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6376" y="2589331"/>
        <a:ext cx="105548" cy="3880"/>
      </dsp:txXfrm>
    </dsp:sp>
    <dsp:sp modelId="{B072F496-AEDD-4D07-9C61-B75A8A344685}">
      <dsp:nvSpPr>
        <dsp:cNvPr id="0" name=""/>
        <dsp:cNvSpPr/>
      </dsp:nvSpPr>
      <dsp:spPr>
        <a:xfrm>
          <a:off x="3073155" y="1402165"/>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Feature engineering to include date-related features (e.g., day of the week, month).</a:t>
          </a:r>
        </a:p>
      </dsp:txBody>
      <dsp:txXfrm>
        <a:off x="3073155" y="1402165"/>
        <a:ext cx="1687002" cy="1012201"/>
      </dsp:txXfrm>
    </dsp:sp>
    <dsp:sp modelId="{F67B332D-2D07-477F-A1D6-917F729677DF}">
      <dsp:nvSpPr>
        <dsp:cNvPr id="0" name=""/>
        <dsp:cNvSpPr/>
      </dsp:nvSpPr>
      <dsp:spPr>
        <a:xfrm>
          <a:off x="2683345" y="3262757"/>
          <a:ext cx="357410" cy="91440"/>
        </a:xfrm>
        <a:custGeom>
          <a:avLst/>
          <a:gdLst/>
          <a:ahLst/>
          <a:cxnLst/>
          <a:rect l="0" t="0" r="0" b="0"/>
          <a:pathLst>
            <a:path>
              <a:moveTo>
                <a:pt x="0" y="45720"/>
              </a:moveTo>
              <a:lnTo>
                <a:pt x="357410"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52350" y="3306537"/>
        <a:ext cx="19400" cy="3880"/>
      </dsp:txXfrm>
    </dsp:sp>
    <dsp:sp modelId="{11C3E9F8-6230-4049-B9D8-7F7CCE2DAD6A}">
      <dsp:nvSpPr>
        <dsp:cNvPr id="0" name=""/>
        <dsp:cNvSpPr/>
      </dsp:nvSpPr>
      <dsp:spPr>
        <a:xfrm>
          <a:off x="998142" y="2802377"/>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Split data into training and test sets for model validation.</a:t>
          </a:r>
        </a:p>
      </dsp:txBody>
      <dsp:txXfrm>
        <a:off x="998142" y="2802377"/>
        <a:ext cx="1687002" cy="1012201"/>
      </dsp:txXfrm>
    </dsp:sp>
    <dsp:sp modelId="{9AD9A946-4DCC-42B5-B134-7BECFCEA58D4}">
      <dsp:nvSpPr>
        <dsp:cNvPr id="0" name=""/>
        <dsp:cNvSpPr/>
      </dsp:nvSpPr>
      <dsp:spPr>
        <a:xfrm>
          <a:off x="3073155" y="2802377"/>
          <a:ext cx="1687002" cy="101220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65" tIns="86771" rIns="82665" bIns="86771" numCol="1" spcCol="1270" anchor="ctr" anchorCtr="0">
          <a:noAutofit/>
        </a:bodyPr>
        <a:lstStyle/>
        <a:p>
          <a:pPr marL="0" lvl="0" indent="0" algn="ctr" defTabSz="533400">
            <a:lnSpc>
              <a:spcPct val="90000"/>
            </a:lnSpc>
            <a:spcBef>
              <a:spcPct val="0"/>
            </a:spcBef>
            <a:spcAft>
              <a:spcPct val="35000"/>
            </a:spcAft>
            <a:buNone/>
          </a:pPr>
          <a:r>
            <a:rPr lang="en-US" sz="1200" kern="1200"/>
            <a:t>Check for multicollinearity and remove correlated features.</a:t>
          </a:r>
        </a:p>
      </dsp:txBody>
      <dsp:txXfrm>
        <a:off x="3073155" y="2802377"/>
        <a:ext cx="1687002" cy="10122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BDC3B6-FAA0-4C5E-89A2-D7FD089D53F5}">
      <dsp:nvSpPr>
        <dsp:cNvPr id="0" name=""/>
        <dsp:cNvSpPr/>
      </dsp:nvSpPr>
      <dsp:spPr>
        <a:xfrm>
          <a:off x="377190" y="3160"/>
          <a:ext cx="2907506" cy="174450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Grid Search</a:t>
          </a:r>
          <a:r>
            <a:rPr lang="en-US" sz="2300" kern="1200"/>
            <a:t>: Tuning model parameters to improve accuracy.</a:t>
          </a:r>
        </a:p>
      </dsp:txBody>
      <dsp:txXfrm>
        <a:off x="377190" y="3160"/>
        <a:ext cx="2907506" cy="1744503"/>
      </dsp:txXfrm>
    </dsp:sp>
    <dsp:sp modelId="{663DD4E4-7324-473A-BFF3-2B61C631E5E4}">
      <dsp:nvSpPr>
        <dsp:cNvPr id="0" name=""/>
        <dsp:cNvSpPr/>
      </dsp:nvSpPr>
      <dsp:spPr>
        <a:xfrm>
          <a:off x="3575446" y="3160"/>
          <a:ext cx="2907506" cy="1744503"/>
        </a:xfrm>
        <a:prstGeom prst="rect">
          <a:avLst/>
        </a:prstGeom>
        <a:solidFill>
          <a:schemeClr val="accent2">
            <a:hueOff val="7808"/>
            <a:satOff val="-5375"/>
            <a:lumOff val="-137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Cross-Validation</a:t>
          </a:r>
          <a:r>
            <a:rPr lang="en-US" sz="2300" kern="1200"/>
            <a:t>: Validate model performance on unseen data.</a:t>
          </a:r>
        </a:p>
      </dsp:txBody>
      <dsp:txXfrm>
        <a:off x="3575446" y="3160"/>
        <a:ext cx="2907506" cy="1744503"/>
      </dsp:txXfrm>
    </dsp:sp>
    <dsp:sp modelId="{334B3392-91DC-40E2-B4DF-CBB3765D6B09}">
      <dsp:nvSpPr>
        <dsp:cNvPr id="0" name=""/>
        <dsp:cNvSpPr/>
      </dsp:nvSpPr>
      <dsp:spPr>
        <a:xfrm>
          <a:off x="6773703" y="3160"/>
          <a:ext cx="2907506" cy="1744503"/>
        </a:xfrm>
        <a:prstGeom prst="rect">
          <a:avLst/>
        </a:prstGeom>
        <a:solidFill>
          <a:schemeClr val="accent2">
            <a:hueOff val="15615"/>
            <a:satOff val="-10750"/>
            <a:lumOff val="-27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RandomizedSearchCV</a:t>
          </a:r>
          <a:r>
            <a:rPr lang="en-US" sz="2300" kern="1200"/>
            <a:t>: Explore hyperparameter space more efficiently.</a:t>
          </a:r>
        </a:p>
      </dsp:txBody>
      <dsp:txXfrm>
        <a:off x="6773703" y="3160"/>
        <a:ext cx="2907506" cy="1744503"/>
      </dsp:txXfrm>
    </dsp:sp>
    <dsp:sp modelId="{66AE3D34-DD83-4A4A-91F0-F4F3524BF944}">
      <dsp:nvSpPr>
        <dsp:cNvPr id="0" name=""/>
        <dsp:cNvSpPr/>
      </dsp:nvSpPr>
      <dsp:spPr>
        <a:xfrm>
          <a:off x="377190" y="2038415"/>
          <a:ext cx="2907506" cy="1744503"/>
        </a:xfrm>
        <a:prstGeom prst="rect">
          <a:avLst/>
        </a:prstGeom>
        <a:solidFill>
          <a:schemeClr val="accent2">
            <a:hueOff val="23423"/>
            <a:satOff val="-16126"/>
            <a:lumOff val="-411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Tuning criteria</a:t>
          </a:r>
          <a:r>
            <a:rPr lang="en-US" sz="2300" kern="1200"/>
            <a:t>: Optimize for RMSE and MAE.</a:t>
          </a:r>
        </a:p>
      </dsp:txBody>
      <dsp:txXfrm>
        <a:off x="377190" y="2038415"/>
        <a:ext cx="2907506" cy="1744503"/>
      </dsp:txXfrm>
    </dsp:sp>
    <dsp:sp modelId="{C641B34A-E36C-4DB8-9F5A-227827A25CB4}">
      <dsp:nvSpPr>
        <dsp:cNvPr id="0" name=""/>
        <dsp:cNvSpPr/>
      </dsp:nvSpPr>
      <dsp:spPr>
        <a:xfrm>
          <a:off x="3575446" y="2038415"/>
          <a:ext cx="2907506" cy="1744503"/>
        </a:xfrm>
        <a:prstGeom prst="rect">
          <a:avLst/>
        </a:prstGeom>
        <a:solidFill>
          <a:schemeClr val="accent2">
            <a:hueOff val="31230"/>
            <a:satOff val="-21501"/>
            <a:lumOff val="-549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Results from grid search lead to improved model selection.</a:t>
          </a:r>
        </a:p>
      </dsp:txBody>
      <dsp:txXfrm>
        <a:off x="3575446" y="2038415"/>
        <a:ext cx="2907506" cy="1744503"/>
      </dsp:txXfrm>
    </dsp:sp>
    <dsp:sp modelId="{6FAC1BA3-9603-4364-8E16-5288B371B8F7}">
      <dsp:nvSpPr>
        <dsp:cNvPr id="0" name=""/>
        <dsp:cNvSpPr/>
      </dsp:nvSpPr>
      <dsp:spPr>
        <a:xfrm>
          <a:off x="6773703" y="2038415"/>
          <a:ext cx="2907506" cy="1744503"/>
        </a:xfrm>
        <a:prstGeom prst="rec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Comparison of hyperparameter effects on model performance.</a:t>
          </a:r>
        </a:p>
      </dsp:txBody>
      <dsp:txXfrm>
        <a:off x="6773703" y="2038415"/>
        <a:ext cx="2907506" cy="17445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172D9-32DD-4E5E-AA39-A7F8C784029B}">
      <dsp:nvSpPr>
        <dsp:cNvPr id="0" name=""/>
        <dsp:cNvSpPr/>
      </dsp:nvSpPr>
      <dsp:spPr>
        <a:xfrm>
          <a:off x="311808" y="44267"/>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E2FC14-EE67-4EF7-8F14-7B14AAC40AC4}">
      <dsp:nvSpPr>
        <dsp:cNvPr id="0" name=""/>
        <dsp:cNvSpPr/>
      </dsp:nvSpPr>
      <dsp:spPr>
        <a:xfrm>
          <a:off x="494212" y="226671"/>
          <a:ext cx="503782" cy="5037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C76989-2A21-4547-8E94-640D4B56FDF7}">
      <dsp:nvSpPr>
        <dsp:cNvPr id="0" name=""/>
        <dsp:cNvSpPr/>
      </dsp:nvSpPr>
      <dsp:spPr>
        <a:xfrm>
          <a:off x="1366524" y="44267"/>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Model performance metrics</a:t>
          </a:r>
          <a:r>
            <a:rPr lang="en-US" sz="1700" kern="1200"/>
            <a:t>: RMSE, MAE, and R².</a:t>
          </a:r>
        </a:p>
      </dsp:txBody>
      <dsp:txXfrm>
        <a:off x="1366524" y="44267"/>
        <a:ext cx="2047391" cy="868590"/>
      </dsp:txXfrm>
    </dsp:sp>
    <dsp:sp modelId="{6EF79B7D-C914-4DFE-808F-03890E118A40}">
      <dsp:nvSpPr>
        <dsp:cNvPr id="0" name=""/>
        <dsp:cNvSpPr/>
      </dsp:nvSpPr>
      <dsp:spPr>
        <a:xfrm>
          <a:off x="3770658" y="44267"/>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686E0B-24A0-406C-AE79-F1493D4FDA7E}">
      <dsp:nvSpPr>
        <dsp:cNvPr id="0" name=""/>
        <dsp:cNvSpPr/>
      </dsp:nvSpPr>
      <dsp:spPr>
        <a:xfrm>
          <a:off x="3953062" y="226671"/>
          <a:ext cx="503782" cy="5037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B6851F-104F-471C-9FC7-DB019A269324}">
      <dsp:nvSpPr>
        <dsp:cNvPr id="0" name=""/>
        <dsp:cNvSpPr/>
      </dsp:nvSpPr>
      <dsp:spPr>
        <a:xfrm>
          <a:off x="4825374" y="44267"/>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XGBoost showed the best performance with an RMSE of 5.3.</a:t>
          </a:r>
        </a:p>
      </dsp:txBody>
      <dsp:txXfrm>
        <a:off x="4825374" y="44267"/>
        <a:ext cx="2047391" cy="868590"/>
      </dsp:txXfrm>
    </dsp:sp>
    <dsp:sp modelId="{D12E13A3-AD25-44E9-807C-47B4368F9458}">
      <dsp:nvSpPr>
        <dsp:cNvPr id="0" name=""/>
        <dsp:cNvSpPr/>
      </dsp:nvSpPr>
      <dsp:spPr>
        <a:xfrm>
          <a:off x="311808" y="1606845"/>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020C5A-426C-4D2E-802D-9EA8488EA63B}">
      <dsp:nvSpPr>
        <dsp:cNvPr id="0" name=""/>
        <dsp:cNvSpPr/>
      </dsp:nvSpPr>
      <dsp:spPr>
        <a:xfrm>
          <a:off x="494212" y="1789249"/>
          <a:ext cx="503782" cy="5037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A85277-E18D-45DC-88BE-B3E4A39A4023}">
      <dsp:nvSpPr>
        <dsp:cNvPr id="0" name=""/>
        <dsp:cNvSpPr/>
      </dsp:nvSpPr>
      <dsp:spPr>
        <a:xfrm>
          <a:off x="1366524" y="1606845"/>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Random Forest also performed well with an RMSE of 6.1.</a:t>
          </a:r>
        </a:p>
      </dsp:txBody>
      <dsp:txXfrm>
        <a:off x="1366524" y="1606845"/>
        <a:ext cx="2047391" cy="868590"/>
      </dsp:txXfrm>
    </dsp:sp>
    <dsp:sp modelId="{63FCB902-3B52-4A02-B9BB-0493FE839EA2}">
      <dsp:nvSpPr>
        <dsp:cNvPr id="0" name=""/>
        <dsp:cNvSpPr/>
      </dsp:nvSpPr>
      <dsp:spPr>
        <a:xfrm>
          <a:off x="3770658" y="1606845"/>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5962E3-73AC-4C0B-9630-AC54337C0F49}">
      <dsp:nvSpPr>
        <dsp:cNvPr id="0" name=""/>
        <dsp:cNvSpPr/>
      </dsp:nvSpPr>
      <dsp:spPr>
        <a:xfrm>
          <a:off x="3953062" y="1789249"/>
          <a:ext cx="503782" cy="5037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255D67-6870-400A-86F5-36C6EB17436C}">
      <dsp:nvSpPr>
        <dsp:cNvPr id="0" name=""/>
        <dsp:cNvSpPr/>
      </dsp:nvSpPr>
      <dsp:spPr>
        <a:xfrm>
          <a:off x="4825374" y="1606845"/>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LSTM underperformed on this dataset due to overfitting.</a:t>
          </a:r>
        </a:p>
      </dsp:txBody>
      <dsp:txXfrm>
        <a:off x="4825374" y="1606845"/>
        <a:ext cx="2047391" cy="868590"/>
      </dsp:txXfrm>
    </dsp:sp>
    <dsp:sp modelId="{F67841B2-C983-44A9-8860-AC6380B8283A}">
      <dsp:nvSpPr>
        <dsp:cNvPr id="0" name=""/>
        <dsp:cNvSpPr/>
      </dsp:nvSpPr>
      <dsp:spPr>
        <a:xfrm>
          <a:off x="311808" y="3169424"/>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70A63A-365D-4829-AB58-5B984AFD0A06}">
      <dsp:nvSpPr>
        <dsp:cNvPr id="0" name=""/>
        <dsp:cNvSpPr/>
      </dsp:nvSpPr>
      <dsp:spPr>
        <a:xfrm>
          <a:off x="494212" y="3351827"/>
          <a:ext cx="503782" cy="50378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B6E14D-33E0-451F-B039-E07F4CDC4C6C}">
      <dsp:nvSpPr>
        <dsp:cNvPr id="0" name=""/>
        <dsp:cNvSpPr/>
      </dsp:nvSpPr>
      <dsp:spPr>
        <a:xfrm>
          <a:off x="1366524" y="3169424"/>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The models generally predicted sales trends accurately.</a:t>
          </a:r>
        </a:p>
      </dsp:txBody>
      <dsp:txXfrm>
        <a:off x="1366524" y="3169424"/>
        <a:ext cx="2047391" cy="868590"/>
      </dsp:txXfrm>
    </dsp:sp>
    <dsp:sp modelId="{871E1F5A-0008-4D02-A8FA-70DC3BEF4C56}">
      <dsp:nvSpPr>
        <dsp:cNvPr id="0" name=""/>
        <dsp:cNvSpPr/>
      </dsp:nvSpPr>
      <dsp:spPr>
        <a:xfrm>
          <a:off x="3770658" y="3169424"/>
          <a:ext cx="868590" cy="8685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BE3560-6DA7-4658-A6E2-FA5099F5EC05}">
      <dsp:nvSpPr>
        <dsp:cNvPr id="0" name=""/>
        <dsp:cNvSpPr/>
      </dsp:nvSpPr>
      <dsp:spPr>
        <a:xfrm>
          <a:off x="3953062" y="3351827"/>
          <a:ext cx="503782" cy="50378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2F82BB-F6BA-418C-AD05-3515735D55BA}">
      <dsp:nvSpPr>
        <dsp:cNvPr id="0" name=""/>
        <dsp:cNvSpPr/>
      </dsp:nvSpPr>
      <dsp:spPr>
        <a:xfrm>
          <a:off x="4825374" y="3169424"/>
          <a:ext cx="2047391" cy="86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Discuss how the results align with or differ from the literature.</a:t>
          </a:r>
        </a:p>
      </dsp:txBody>
      <dsp:txXfrm>
        <a:off x="4825374" y="3169424"/>
        <a:ext cx="2047391" cy="86859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9D921-DCE4-4354-8E20-3F8CA0C158F0}">
      <dsp:nvSpPr>
        <dsp:cNvPr id="0" name=""/>
        <dsp:cNvSpPr/>
      </dsp:nvSpPr>
      <dsp:spPr>
        <a:xfrm>
          <a:off x="0" y="1628"/>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665817-7AB2-4432-AEFA-A8992D1BE741}">
      <dsp:nvSpPr>
        <dsp:cNvPr id="0" name=""/>
        <dsp:cNvSpPr/>
      </dsp:nvSpPr>
      <dsp:spPr>
        <a:xfrm>
          <a:off x="209907" y="157757"/>
          <a:ext cx="381649" cy="381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6950F1-536B-4C12-8A45-5A9550C92D0A}">
      <dsp:nvSpPr>
        <dsp:cNvPr id="0" name=""/>
        <dsp:cNvSpPr/>
      </dsp:nvSpPr>
      <dsp:spPr>
        <a:xfrm>
          <a:off x="801464" y="1628"/>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The best-performing model was XGBoost, with the lowest RMSE.</a:t>
          </a:r>
        </a:p>
      </dsp:txBody>
      <dsp:txXfrm>
        <a:off x="801464" y="1628"/>
        <a:ext cx="10569569" cy="693908"/>
      </dsp:txXfrm>
    </dsp:sp>
    <dsp:sp modelId="{735542EE-6C7E-4FB9-B21D-D48EAA769771}">
      <dsp:nvSpPr>
        <dsp:cNvPr id="0" name=""/>
        <dsp:cNvSpPr/>
      </dsp:nvSpPr>
      <dsp:spPr>
        <a:xfrm>
          <a:off x="0" y="869014"/>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01345D-B8A2-4CCF-B632-47B0FE88E261}">
      <dsp:nvSpPr>
        <dsp:cNvPr id="0" name=""/>
        <dsp:cNvSpPr/>
      </dsp:nvSpPr>
      <dsp:spPr>
        <a:xfrm>
          <a:off x="209907" y="1025143"/>
          <a:ext cx="381649" cy="381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13C8AC-C514-4BE4-9A46-B7DC49EDEB5A}">
      <dsp:nvSpPr>
        <dsp:cNvPr id="0" name=""/>
        <dsp:cNvSpPr/>
      </dsp:nvSpPr>
      <dsp:spPr>
        <a:xfrm>
          <a:off x="801464" y="869014"/>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Sales forecasting can significantly improve inventory management and decision-making.</a:t>
          </a:r>
        </a:p>
      </dsp:txBody>
      <dsp:txXfrm>
        <a:off x="801464" y="869014"/>
        <a:ext cx="10569569" cy="693908"/>
      </dsp:txXfrm>
    </dsp:sp>
    <dsp:sp modelId="{1F77F02F-4C97-411C-B118-437C1037CD19}">
      <dsp:nvSpPr>
        <dsp:cNvPr id="0" name=""/>
        <dsp:cNvSpPr/>
      </dsp:nvSpPr>
      <dsp:spPr>
        <a:xfrm>
          <a:off x="0" y="1736400"/>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0A83C6-4528-4169-86AD-666D13C92691}">
      <dsp:nvSpPr>
        <dsp:cNvPr id="0" name=""/>
        <dsp:cNvSpPr/>
      </dsp:nvSpPr>
      <dsp:spPr>
        <a:xfrm>
          <a:off x="209907" y="1892530"/>
          <a:ext cx="381649" cy="381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07FA3D-7299-48AA-8FC4-BEC2998BC347}">
      <dsp:nvSpPr>
        <dsp:cNvPr id="0" name=""/>
        <dsp:cNvSpPr/>
      </dsp:nvSpPr>
      <dsp:spPr>
        <a:xfrm>
          <a:off x="801464" y="1736400"/>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Retail businesses can optimize stock levels and reduce waste.</a:t>
          </a:r>
        </a:p>
      </dsp:txBody>
      <dsp:txXfrm>
        <a:off x="801464" y="1736400"/>
        <a:ext cx="10569569" cy="693908"/>
      </dsp:txXfrm>
    </dsp:sp>
    <dsp:sp modelId="{7F2D9F45-E83A-4264-817B-D4EDDCD4BCE3}">
      <dsp:nvSpPr>
        <dsp:cNvPr id="0" name=""/>
        <dsp:cNvSpPr/>
      </dsp:nvSpPr>
      <dsp:spPr>
        <a:xfrm>
          <a:off x="0" y="2603786"/>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6B6A8C-C38A-42D2-A523-A4FAD80AEAA5}">
      <dsp:nvSpPr>
        <dsp:cNvPr id="0" name=""/>
        <dsp:cNvSpPr/>
      </dsp:nvSpPr>
      <dsp:spPr>
        <a:xfrm>
          <a:off x="209907" y="2759916"/>
          <a:ext cx="381649" cy="381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6AB75C-B290-4F76-8AA0-3D69B7DE5054}">
      <dsp:nvSpPr>
        <dsp:cNvPr id="0" name=""/>
        <dsp:cNvSpPr/>
      </dsp:nvSpPr>
      <dsp:spPr>
        <a:xfrm>
          <a:off x="801464" y="2603786"/>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Future improvements could include deeper models like CNNs for feature extraction.</a:t>
          </a:r>
        </a:p>
      </dsp:txBody>
      <dsp:txXfrm>
        <a:off x="801464" y="2603786"/>
        <a:ext cx="10569569" cy="693908"/>
      </dsp:txXfrm>
    </dsp:sp>
    <dsp:sp modelId="{4C3D99A9-785A-4EB2-BE97-CD0EB6F3AA19}">
      <dsp:nvSpPr>
        <dsp:cNvPr id="0" name=""/>
        <dsp:cNvSpPr/>
      </dsp:nvSpPr>
      <dsp:spPr>
        <a:xfrm>
          <a:off x="0" y="3471172"/>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53470-4F47-439D-BD66-71ED35B5C674}">
      <dsp:nvSpPr>
        <dsp:cNvPr id="0" name=""/>
        <dsp:cNvSpPr/>
      </dsp:nvSpPr>
      <dsp:spPr>
        <a:xfrm>
          <a:off x="209907" y="3627302"/>
          <a:ext cx="381649" cy="3816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DADBC7-90F6-4A4A-AC3C-CB3A9125C39A}">
      <dsp:nvSpPr>
        <dsp:cNvPr id="0" name=""/>
        <dsp:cNvSpPr/>
      </dsp:nvSpPr>
      <dsp:spPr>
        <a:xfrm>
          <a:off x="801464" y="3471172"/>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Time-series forecasting models have a wide range of applications.</a:t>
          </a:r>
        </a:p>
      </dsp:txBody>
      <dsp:txXfrm>
        <a:off x="801464" y="3471172"/>
        <a:ext cx="10569569" cy="693908"/>
      </dsp:txXfrm>
    </dsp:sp>
    <dsp:sp modelId="{0E5CBAE8-B5DE-4F58-9E94-4FC4CA6AE928}">
      <dsp:nvSpPr>
        <dsp:cNvPr id="0" name=""/>
        <dsp:cNvSpPr/>
      </dsp:nvSpPr>
      <dsp:spPr>
        <a:xfrm>
          <a:off x="0" y="4338558"/>
          <a:ext cx="11371034" cy="6939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C0158F-B67B-4C41-9EDB-7BA7109C594B}">
      <dsp:nvSpPr>
        <dsp:cNvPr id="0" name=""/>
        <dsp:cNvSpPr/>
      </dsp:nvSpPr>
      <dsp:spPr>
        <a:xfrm>
          <a:off x="209907" y="4494688"/>
          <a:ext cx="381649" cy="3816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48690A-35CC-495E-B262-5BFF5D4D03E0}">
      <dsp:nvSpPr>
        <dsp:cNvPr id="0" name=""/>
        <dsp:cNvSpPr/>
      </dsp:nvSpPr>
      <dsp:spPr>
        <a:xfrm>
          <a:off x="801464" y="4338558"/>
          <a:ext cx="10569569" cy="69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439" tIns="73439" rIns="73439" bIns="73439" numCol="1" spcCol="1270" anchor="ctr" anchorCtr="0">
          <a:noAutofit/>
        </a:bodyPr>
        <a:lstStyle/>
        <a:p>
          <a:pPr marL="0" lvl="0" indent="0" algn="l" defTabSz="844550">
            <a:lnSpc>
              <a:spcPct val="100000"/>
            </a:lnSpc>
            <a:spcBef>
              <a:spcPct val="0"/>
            </a:spcBef>
            <a:spcAft>
              <a:spcPct val="35000"/>
            </a:spcAft>
            <a:buNone/>
          </a:pPr>
          <a:r>
            <a:rPr lang="en-US" sz="1900" kern="1200"/>
            <a:t>Conclusion: Machine learning models, especially XGBoost, provide effective retail sales predictions.</a:t>
          </a:r>
        </a:p>
      </dsp:txBody>
      <dsp:txXfrm>
        <a:off x="801464" y="4338558"/>
        <a:ext cx="10569569" cy="6939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11/23/2025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an introduction of the project including the title that it is aimed at the sales forecasting with the use of machine learning to gain practical experience. Discuss the purpose of the project and state that it is expected to help in inventory and demand management in the retail business.</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079698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problem that can be addressed in the research question is to comprehend how the machine learning can address real world business challenges such as sales forecasting. Make sure to note that machine learning has the potential to develop scalable, adaptable and accurate forecasting models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594483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part, briefly state the classic approach, such as ARIMA and how machine learning model has advanced to be a better approach. explain why there has been a vacuum in the existing research, which you are attempting to fill using more sophisticated models.</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290673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dataset also is a good fit in retail forecasting because it will give the history of sales trends, which in turn will be used to come up with forecasting models. Highlight how it will enable you to address real-world problems in retail, giving the models a practical foundation.</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4180835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ethical implications of any data science project by telling that you have not involved personal data with a high degree of sensitivity, and that the information is legal.Get to the point of addressing the ethical aspect of any data science project by stating that you have taken job of ensuring that the data used in any project is of legal value.</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637814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assists visualizing the data structure and the features of the </a:t>
            </a:r>
            <a:r>
              <a:rPr lang="en-US" dirty="0" err="1"/>
              <a:t>data.In</a:t>
            </a:r>
            <a:r>
              <a:rPr lang="en-US" dirty="0"/>
              <a:t> this section, you will describe your sales per time so that you can see the patterns or trends of sales. Mention that you will seek whether there are seasonal influences on the selling (such as holiday sales).Mention that you will be seeking how the trends may modify the quality of the models</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781187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on the preprocessing of machine learning models and how to make sure that all your data is available to train your </a:t>
            </a:r>
            <a:r>
              <a:rPr lang="en-US" dirty="0" err="1"/>
              <a:t>model.Talk</a:t>
            </a:r>
            <a:r>
              <a:rPr lang="en-US" dirty="0"/>
              <a:t> about the role of working with missing values, why it is necessary to clean up your data by normalizing and encoding, and how feature engineering can be used to improve your model performance by time-series data.</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386884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our machine learning models of what you are </a:t>
            </a:r>
            <a:r>
              <a:rPr lang="en-US" dirty="0" err="1"/>
              <a:t>using.Mention</a:t>
            </a:r>
            <a:r>
              <a:rPr lang="en-US" dirty="0"/>
              <a:t> that each of the models has its advantages, but it is concluded that Linear Regression is simple and offers a baseline, whereas Random Forest and </a:t>
            </a:r>
            <a:r>
              <a:rPr lang="en-US" dirty="0" err="1"/>
              <a:t>XGBoost</a:t>
            </a:r>
            <a:r>
              <a:rPr lang="en-US" dirty="0"/>
              <a:t> are stronger in addressing complex relationships within the </a:t>
            </a:r>
            <a:r>
              <a:rPr lang="en-US" dirty="0" err="1"/>
              <a:t>data.LSTM</a:t>
            </a:r>
            <a:r>
              <a:rPr lang="en-US" dirty="0"/>
              <a:t> is a deep learning model which is specially fitted in a time-series forecasting and it will be used here to capture time-based dependencies.</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1604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Hyperparameter tuning Hyperparameter tuning ensures that the model is performing optimally.Talk about how the models are able to minimize RMSE (Root Mean Squared Error) and MAE (Mean Absolute Error) because they are common metrics used to evaluate regression and forecasting tasks.</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059539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Discuss the performance of both models and how each performed according to such important metrics as RMSE and MAE.Note that XGBoost did better than LSTM, which is possibly because it allows modeling complex relationships.Relate your results to the literature on sales forecasting.</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594857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most important message: XGBoost was the optimal in terms of this dataset, but it is possible to make it better with more sophisticated models such as CNNs. Explain how your results can assist retail stores to manage inventory by minimizing stock-out and excess inventory. Mentions the real-life uses of these forecasting models in other industries and non-retail sectors. Finish by pointing out what might be better with your approach in the future.</a:t>
            </a:r>
          </a:p>
          <a:p>
            <a:endParaRPr lang="en-US" dirty="0">
              <a:latin typeface="Aptos"/>
              <a:ea typeface="Calibri"/>
              <a:cs typeface="Calibri"/>
            </a:endParaRP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4062102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5905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8FC5F6-F338-4AE4-BB23-26385BCFC423}"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173693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37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9AB4D41-86C1-4908-B66A-0B50CEB3BF29}"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148896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6426E2C-56C1-4E0D-A793-0088A7FDD37E}" type="datetimeFigureOut">
              <a:rPr lang="en-US" dirty="0"/>
              <a:t>11/23/2025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56733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11/23/2025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30113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11/23/2025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866937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11/23/2025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953648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98989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E2D6473-DF6D-4702-B328-E0DD40540A4E}"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618101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6F7E3A-B166-407D-9866-32884E7D5B37}"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85832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2129475"/>
            <a:ext cx="4152898" cy="4093525"/>
          </a:xfrm>
        </p:spPr>
        <p:txBody>
          <a:bodyPr anchor="t">
            <a:noAutofit/>
          </a:bodyPr>
          <a:lstStyle>
            <a:lvl1pPr algn="l">
              <a:defRPr sz="7200" b="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90622" y="1000759"/>
            <a:ext cx="5095878" cy="417408"/>
          </a:xfrm>
        </p:spPr>
        <p:txBody>
          <a:bodyPr lIns="0" anchor="b">
            <a:noAutofit/>
          </a:bodyPr>
          <a:lstStyle>
            <a:lvl1pPr marL="0" indent="0" algn="l">
              <a:buNone/>
              <a:defRPr sz="1800" b="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224097" y="0"/>
            <a:ext cx="3777281"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33771614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8720" y="1486540"/>
            <a:ext cx="7538419" cy="4093526"/>
          </a:xfrm>
        </p:spPr>
        <p:txBody>
          <a:bodyPr anchor="ctr">
            <a:normAutofit/>
          </a:bodyPr>
          <a:lstStyle>
            <a:lvl1pPr algn="l">
              <a:defRPr sz="7400"/>
            </a:lvl1pPr>
          </a:lstStyle>
          <a:p>
            <a:r>
              <a:rPr lang="en-US"/>
              <a:t>Click to edit Master title style</a:t>
            </a:r>
            <a:endParaRPr lang="en-US" dirty="0"/>
          </a:p>
        </p:txBody>
      </p:sp>
    </p:spTree>
    <p:extLst>
      <p:ext uri="{BB962C8B-B14F-4D97-AF65-F5344CB8AC3E}">
        <p14:creationId xmlns:p14="http://schemas.microsoft.com/office/powerpoint/2010/main" val="10845512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88720" y="1085850"/>
            <a:ext cx="8767826" cy="4902708"/>
          </a:xfrm>
        </p:spPr>
        <p:txBody>
          <a:bodyPr anchor="ctr">
            <a:noAutofit/>
          </a:bodyPr>
          <a:lstStyle>
            <a:lvl1pPr marL="0" indent="0">
              <a:lnSpc>
                <a:spcPct val="80000"/>
              </a:lnSpc>
              <a:buNone/>
              <a:defRPr sz="7200" b="0">
                <a:latin typeface="+mj-lt"/>
              </a:defRPr>
            </a:lvl1pPr>
            <a:lvl2pPr marL="228600" indent="0">
              <a:lnSpc>
                <a:spcPct val="80000"/>
              </a:lnSpc>
              <a:buNone/>
              <a:defRPr sz="6600" b="0">
                <a:latin typeface="+mj-lt"/>
              </a:defRPr>
            </a:lvl2pPr>
            <a:lvl3pPr marL="457200" indent="0">
              <a:lnSpc>
                <a:spcPct val="80000"/>
              </a:lnSpc>
              <a:buNone/>
              <a:defRPr sz="6000" b="0">
                <a:latin typeface="+mj-lt"/>
              </a:defRPr>
            </a:lvl3pPr>
            <a:lvl4pPr marL="685800" indent="0">
              <a:lnSpc>
                <a:spcPct val="80000"/>
              </a:lnSpc>
              <a:buNone/>
              <a:defRPr sz="5400" b="0">
                <a:latin typeface="+mj-lt"/>
              </a:defRPr>
            </a:lvl4pPr>
            <a:lvl5pPr marL="914400" indent="0">
              <a:lnSpc>
                <a:spcPct val="8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4372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817135"/>
            <a:ext cx="6093225" cy="1552062"/>
          </a:xfrm>
        </p:spPr>
        <p:txBody>
          <a:bodyPr anchor="b"/>
          <a:lstStyle/>
          <a:p>
            <a:r>
              <a:rPr lang="en-US"/>
              <a:t>Click to edit Master title style</a:t>
            </a:r>
            <a:endParaRPr lang="en-US" dirty="0"/>
          </a:p>
        </p:txBody>
      </p:sp>
      <p:sp>
        <p:nvSpPr>
          <p:cNvPr id="7" name="Slide Number Placeholder 5">
            <a:extLst>
              <a:ext uri="{FF2B5EF4-FFF2-40B4-BE49-F238E27FC236}">
                <a16:creationId xmlns:a16="http://schemas.microsoft.com/office/drawing/2014/main" id="{9872EB54-4BF3-F4CA-BD72-778CFF4F6214}"/>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6" name="Footer Placeholder 4">
            <a:extLst>
              <a:ext uri="{FF2B5EF4-FFF2-40B4-BE49-F238E27FC236}">
                <a16:creationId xmlns:a16="http://schemas.microsoft.com/office/drawing/2014/main" id="{345BE8C4-642B-4971-3DE8-AACF107D6F86}"/>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247777" y="0"/>
            <a:ext cx="3603258" cy="685800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2591701"/>
            <a:ext cx="6071616" cy="3726803"/>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266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06424" y="4363452"/>
            <a:ext cx="8472722" cy="1708165"/>
          </a:xfrm>
        </p:spPr>
        <p:txBody>
          <a:bodyPr>
            <a:normAutofit/>
          </a:bodyPr>
          <a:lstStyle>
            <a:lvl1pPr>
              <a:lnSpc>
                <a:spcPct val="80000"/>
              </a:lnSpc>
              <a:defRPr sz="4800" b="0">
                <a:solidFill>
                  <a:schemeClr val="tx1"/>
                </a:solidFill>
                <a:latin typeface="+mj-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06424" y="595481"/>
            <a:ext cx="10250214" cy="3767971"/>
          </a:xfrm>
        </p:spPr>
        <p:txBody>
          <a:bodyPr anchor="b">
            <a:noAutofit/>
          </a:bodyPr>
          <a:lstStyle>
            <a:lvl1pPr marL="0" indent="0">
              <a:lnSpc>
                <a:spcPct val="90000"/>
              </a:lnSpc>
              <a:spcBef>
                <a:spcPts val="0"/>
              </a:spcBef>
              <a:buNone/>
              <a:defRPr sz="2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08276726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334D4D9-458A-1DDD-2EE3-FE2BA24AE522}"/>
              </a:ext>
            </a:extLst>
          </p:cNvPr>
          <p:cNvSpPr>
            <a:spLocks noGrp="1"/>
          </p:cNvSpPr>
          <p:nvPr>
            <p:ph type="title"/>
          </p:nvPr>
        </p:nvSpPr>
        <p:spPr>
          <a:xfrm>
            <a:off x="1188720" y="881063"/>
            <a:ext cx="10390634" cy="867412"/>
          </a:xfrm>
        </p:spPr>
        <p:txBody>
          <a:bodyPr lIns="0" anchor="ctr">
            <a:normAutofit/>
          </a:bodyPr>
          <a:lstStyle>
            <a:lvl1pPr>
              <a:defRPr sz="5400"/>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1188720" y="1963560"/>
            <a:ext cx="5022760" cy="3922890"/>
          </a:xfrm>
        </p:spPr>
        <p:txBody>
          <a:bodyPr/>
          <a:lstStyle>
            <a:lvl1pPr marL="0" indent="0">
              <a:buNone/>
              <a:defRPr i="0">
                <a:latin typeface="+mn-lt"/>
              </a:defRPr>
            </a:lvl1pPr>
            <a:lvl2pPr marL="228600" indent="0">
              <a:buNone/>
              <a:defRPr i="0">
                <a:latin typeface="+mn-lt"/>
              </a:defRPr>
            </a:lvl2pPr>
            <a:lvl3pPr marL="457200" indent="0">
              <a:buNone/>
              <a:defRPr i="0">
                <a:latin typeface="+mn-lt"/>
              </a:defRPr>
            </a:lvl3pPr>
            <a:lvl4pPr marL="685800" indent="0">
              <a:buNone/>
              <a:defRPr i="0">
                <a:latin typeface="+mn-lt"/>
              </a:defRPr>
            </a:lvl4pPr>
            <a:lvl5pPr marL="914400" indent="0">
              <a:buNone/>
              <a:defRPr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556594" y="1963560"/>
            <a:ext cx="5022760" cy="3922890"/>
          </a:xfrm>
        </p:spPr>
        <p:txBody>
          <a:bodyPr/>
          <a:lstStyle>
            <a:lvl1pPr marL="0" indent="0">
              <a:buNone/>
              <a:defRPr i="0">
                <a:latin typeface="+mn-lt"/>
              </a:defRPr>
            </a:lvl1pPr>
            <a:lvl2pPr marL="228600" indent="0">
              <a:buNone/>
              <a:defRPr i="0">
                <a:latin typeface="+mn-lt"/>
              </a:defRPr>
            </a:lvl2pPr>
            <a:lvl3pPr marL="457200" indent="0">
              <a:buNone/>
              <a:defRPr i="0">
                <a:latin typeface="+mn-lt"/>
              </a:defRPr>
            </a:lvl3pPr>
            <a:lvl4pPr marL="685800" indent="0">
              <a:buNone/>
              <a:defRPr i="0">
                <a:latin typeface="+mn-lt"/>
              </a:defRPr>
            </a:lvl4pPr>
            <a:lvl5pPr marL="914400" indent="0">
              <a:buNone/>
              <a:defRPr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5E9F63-2F62-D92D-A7ED-F3C3C35804B3}"/>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6" name="Slide Number Placeholder 5">
            <a:extLst>
              <a:ext uri="{FF2B5EF4-FFF2-40B4-BE49-F238E27FC236}">
                <a16:creationId xmlns:a16="http://schemas.microsoft.com/office/drawing/2014/main" id="{6F602E2C-2152-4E92-9C3B-6CDEE5716096}"/>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251902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1980306"/>
            <a:ext cx="4325112" cy="2897389"/>
          </a:xfrm>
        </p:spPr>
        <p:txBody>
          <a:bodyPr>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1977390"/>
            <a:ext cx="4325112" cy="290322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53118E2B-3207-A8F3-F93D-FB277EF9F1F1}"/>
              </a:ext>
            </a:extLst>
          </p:cNvPr>
          <p:cNvSpPr>
            <a:spLocks noGrp="1"/>
          </p:cNvSpPr>
          <p:nvPr>
            <p:ph type="ftr" sz="quarter" idx="11"/>
          </p:nvPr>
        </p:nvSpPr>
        <p:spPr>
          <a:xfrm>
            <a:off x="8735430" y="6114097"/>
            <a:ext cx="2447884" cy="365125"/>
          </a:xfrm>
          <a:prstGeom prst="rect">
            <a:avLst/>
          </a:prstGeom>
        </p:spPr>
        <p:txBody>
          <a:bodyPr/>
          <a:lstStyle/>
          <a:p>
            <a:pPr algn="r"/>
            <a:r>
              <a:rPr lang="en-US" dirty="0"/>
              <a:t>High-impact sales strategies</a:t>
            </a:r>
          </a:p>
        </p:txBody>
      </p:sp>
      <p:sp>
        <p:nvSpPr>
          <p:cNvPr id="7" name="Slide Number Placeholder 5">
            <a:extLst>
              <a:ext uri="{FF2B5EF4-FFF2-40B4-BE49-F238E27FC236}">
                <a16:creationId xmlns:a16="http://schemas.microsoft.com/office/drawing/2014/main" id="{97B1990C-61FE-5E87-CFC8-B233DDA67EC5}"/>
              </a:ext>
            </a:extLst>
          </p:cNvPr>
          <p:cNvSpPr>
            <a:spLocks noGrp="1"/>
          </p:cNvSpPr>
          <p:nvPr>
            <p:ph type="sldNum" sz="quarter" idx="12"/>
          </p:nvPr>
        </p:nvSpPr>
        <p:spPr>
          <a:xfrm>
            <a:off x="11282733" y="6116452"/>
            <a:ext cx="429207" cy="365125"/>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91906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70481D4-DE7D-3DE7-7EA7-5C7300E77C40}"/>
              </a:ext>
            </a:extLst>
          </p:cNvPr>
          <p:cNvSpPr>
            <a:spLocks noGrp="1"/>
          </p:cNvSpPr>
          <p:nvPr>
            <p:ph type="title"/>
          </p:nvPr>
        </p:nvSpPr>
        <p:spPr>
          <a:xfrm>
            <a:off x="1188720" y="881063"/>
            <a:ext cx="10390634" cy="867412"/>
          </a:xfrm>
        </p:spPr>
        <p:txBody>
          <a:bodyPr lIns="0" anchor="ctr">
            <a:normAutofit/>
          </a:bodyPr>
          <a:lstStyle>
            <a:lvl1pPr>
              <a:defRPr sz="5400"/>
            </a:lvl1pPr>
          </a:lstStyle>
          <a:p>
            <a:r>
              <a:rPr lang="en-US"/>
              <a:t>Click to edit Master title style</a:t>
            </a:r>
            <a:endParaRPr lang="en-US" dirty="0"/>
          </a:p>
        </p:txBody>
      </p:sp>
      <p:sp>
        <p:nvSpPr>
          <p:cNvPr id="12" name="Slide Number Placeholder 5">
            <a:extLst>
              <a:ext uri="{FF2B5EF4-FFF2-40B4-BE49-F238E27FC236}">
                <a16:creationId xmlns:a16="http://schemas.microsoft.com/office/drawing/2014/main" id="{E7835740-4430-BC15-9747-F191C8CB7871}"/>
              </a:ext>
            </a:extLst>
          </p:cNvPr>
          <p:cNvSpPr>
            <a:spLocks noGrp="1"/>
          </p:cNvSpPr>
          <p:nvPr>
            <p:ph type="sldNum" sz="quarter" idx="4"/>
          </p:nvPr>
        </p:nvSpPr>
        <p:spPr>
          <a:xfrm rot="16200000">
            <a:off x="358744" y="2102445"/>
            <a:ext cx="429207" cy="365125"/>
          </a:xfrm>
          <a:prstGeom prst="rect">
            <a:avLst/>
          </a:prstGeom>
        </p:spPr>
        <p:txBody>
          <a:bodyPr vert="horz" lIns="91440" tIns="45720" rIns="91440" bIns="45720" rtlCol="0" anchor="ctr"/>
          <a:lstStyle>
            <a:lvl1pPr algn="l">
              <a:defRPr sz="1400" b="0">
                <a:solidFill>
                  <a:schemeClr val="tx1"/>
                </a:solidFill>
              </a:defRPr>
            </a:lvl1pPr>
          </a:lstStyle>
          <a:p>
            <a:fld id="{CC057153-B650-4DEB-B370-79DDCFDCE934}" type="slidenum">
              <a:rPr lang="en-US" smtClean="0"/>
              <a:pPr/>
              <a:t>‹#›</a:t>
            </a:fld>
            <a:endParaRPr lang="en-US" dirty="0"/>
          </a:p>
        </p:txBody>
      </p:sp>
      <p:sp>
        <p:nvSpPr>
          <p:cNvPr id="11" name="Footer Placeholder 4">
            <a:extLst>
              <a:ext uri="{FF2B5EF4-FFF2-40B4-BE49-F238E27FC236}">
                <a16:creationId xmlns:a16="http://schemas.microsoft.com/office/drawing/2014/main" id="{8056C580-C0FA-36F5-AD10-7B56327981F4}"/>
              </a:ext>
            </a:extLst>
          </p:cNvPr>
          <p:cNvSpPr>
            <a:spLocks noGrp="1"/>
          </p:cNvSpPr>
          <p:nvPr>
            <p:ph type="ftr" sz="quarter" idx="3"/>
          </p:nvPr>
        </p:nvSpPr>
        <p:spPr>
          <a:xfrm rot="16200000">
            <a:off x="-650594" y="3633081"/>
            <a:ext cx="2447884" cy="365125"/>
          </a:xfrm>
          <a:prstGeom prst="rect">
            <a:avLst/>
          </a:prstGeom>
        </p:spPr>
        <p:txBody>
          <a:bodyPr vert="horz" lIns="91440" tIns="45720" rIns="91440" bIns="45720" rtlCol="0" anchor="ctr"/>
          <a:lstStyle>
            <a:lvl1pPr algn="r">
              <a:defRPr sz="1400">
                <a:solidFill>
                  <a:schemeClr val="tx1"/>
                </a:solidFill>
              </a:defRPr>
            </a:lvl1pPr>
          </a:lstStyle>
          <a:p>
            <a:r>
              <a:rPr lang="en-US" dirty="0"/>
              <a:t>High-impact sales strategies</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88719" y="2070404"/>
            <a:ext cx="10250215" cy="42389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0241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966982"/>
            <a:ext cx="9504273" cy="466344"/>
          </a:xfrm>
        </p:spPr>
        <p:txBody>
          <a:bodyPr anchor="ctr">
            <a:normAutofit/>
          </a:bodyPr>
          <a:lstStyle>
            <a:lvl1pPr>
              <a:lnSpc>
                <a:spcPct val="120000"/>
              </a:lnSpc>
              <a:defRPr sz="2000" b="1">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025650" y="1682749"/>
            <a:ext cx="8678773" cy="4008581"/>
          </a:xfrm>
        </p:spPr>
        <p:txBody>
          <a:bodyPr anchor="t">
            <a:normAutofit/>
          </a:bodyPr>
          <a:lstStyle>
            <a:lvl1pPr marL="164592" indent="-164592">
              <a:lnSpc>
                <a:spcPct val="100000"/>
              </a:lnSpc>
              <a:spcBef>
                <a:spcPts val="0"/>
              </a:spcBef>
              <a:buNone/>
              <a:defRPr sz="7200">
                <a:latin typeface="+mj-lt"/>
              </a:defRPr>
            </a:lvl1pPr>
          </a:lstStyle>
          <a:p>
            <a:pPr lvl="0"/>
            <a:r>
              <a:rPr lang="en-US" dirty="0"/>
              <a:t>Click to add Quote</a:t>
            </a:r>
          </a:p>
        </p:txBody>
      </p:sp>
    </p:spTree>
    <p:extLst>
      <p:ext uri="{BB962C8B-B14F-4D97-AF65-F5344CB8AC3E}">
        <p14:creationId xmlns:p14="http://schemas.microsoft.com/office/powerpoint/2010/main" val="19422592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11/23/2025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353359"/>
      </p:ext>
    </p:extLst>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 id="2147484050" r:id="rId16"/>
    <p:sldLayoutId id="2147484051" r:id="rId17"/>
    <p:sldLayoutId id="2147484052" r:id="rId18"/>
    <p:sldLayoutId id="2147484053" r:id="rId19"/>
    <p:sldLayoutId id="2147484054" r:id="rId20"/>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7.png"/><Relationship Id="rId7" Type="http://schemas.openxmlformats.org/officeDocument/2006/relationships/diagramColors" Target="../diagrams/colors7.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www.analyticsvidhya.com/blog/2021/06/tune-hyperparameters-with-gridsearchcv/" TargetMode="External"/><Relationship Id="rId2" Type="http://schemas.openxmlformats.org/officeDocument/2006/relationships/hyperlink" Target="https://medium.com/@musicaround/7-what-is-the-data-preprocessing-missing-data-one-hot-encoding-feature-scaling-771f54b6ead1"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 name="Rectangle 53">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5" name="Straight Connector 54">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Placeholder 4" descr="A close up of a plant">
            <a:extLst>
              <a:ext uri="{FF2B5EF4-FFF2-40B4-BE49-F238E27FC236}">
                <a16:creationId xmlns:a16="http://schemas.microsoft.com/office/drawing/2014/main" id="{55A6D12F-873E-B6FD-EDF4-307756D14ABB}"/>
              </a:ext>
            </a:extLst>
          </p:cNvPr>
          <p:cNvPicPr>
            <a:picLocks noGrp="1" noChangeAspect="1"/>
          </p:cNvPicPr>
          <p:nvPr>
            <p:ph type="pic" sz="quarter" idx="13"/>
          </p:nvPr>
        </p:nvPicPr>
        <p:blipFill>
          <a:blip r:embed="rId3" cstate="screen">
            <a:duotone>
              <a:prstClr val="black"/>
              <a:schemeClr val="tx2">
                <a:tint val="45000"/>
                <a:satMod val="400000"/>
              </a:schemeClr>
            </a:duotone>
            <a:alphaModFix amt="40000"/>
            <a:extLst>
              <a:ext uri="{28A0092B-C50C-407E-A947-70E740481C1C}">
                <a14:useLocalDpi xmlns:a14="http://schemas.microsoft.com/office/drawing/2010/main"/>
              </a:ext>
            </a:extLst>
          </a:blip>
          <a:srcRect t="30000" r="-1" b="39022"/>
          <a:stretch>
            <a:fillRect/>
          </a:stretch>
        </p:blipFill>
        <p:spPr>
          <a:xfrm>
            <a:off x="20" y="10"/>
            <a:ext cx="12191980" cy="6857991"/>
          </a:xfrm>
          <a:prstGeom prst="rect">
            <a:avLst/>
          </a:prstGeom>
        </p:spPr>
      </p:pic>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1006168" y="2706749"/>
            <a:ext cx="10809514" cy="3664878"/>
          </a:xfrm>
        </p:spPr>
        <p:txBody>
          <a:bodyPr vert="horz" lIns="91440" tIns="45720" rIns="91440" bIns="45720" rtlCol="0" anchor="b">
            <a:normAutofit/>
          </a:bodyPr>
          <a:lstStyle/>
          <a:p>
            <a:pPr algn="ctr"/>
            <a:r>
              <a:rPr lang="en-US" dirty="0">
                <a:solidFill>
                  <a:schemeClr val="tx1">
                    <a:lumMod val="85000"/>
                    <a:lumOff val="15000"/>
                  </a:schemeClr>
                </a:solidFill>
              </a:rPr>
              <a:t>Sales Forecasting for Retail Using Machine Learning Models</a:t>
            </a:r>
            <a:endParaRPr lang="en-US" dirty="0">
              <a:solidFill>
                <a:schemeClr val="tx1">
                  <a:lumMod val="85000"/>
                  <a:lumOff val="15000"/>
                </a:schemeClr>
              </a:solidFill>
              <a:ea typeface="Calibri Light"/>
              <a:cs typeface="Calibri Light"/>
            </a:endParaRPr>
          </a:p>
          <a:p>
            <a:pPr algn="ctr"/>
            <a:endParaRPr lang="en-US" dirty="0">
              <a:solidFill>
                <a:schemeClr val="tx1">
                  <a:lumMod val="85000"/>
                  <a:lumOff val="15000"/>
                </a:schemeClr>
              </a:solidFill>
              <a:ea typeface="Calibri Light"/>
              <a:cs typeface="Calibri Light"/>
            </a:endParaRPr>
          </a:p>
          <a:p>
            <a:pPr algn="ctr"/>
            <a:endParaRPr lang="en-US" dirty="0">
              <a:solidFill>
                <a:schemeClr val="tx1">
                  <a:lumMod val="85000"/>
                  <a:lumOff val="15000"/>
                </a:schemeClr>
              </a:solidFill>
              <a:ea typeface="Calibri Light"/>
              <a:cs typeface="Calibri Light"/>
            </a:endParaRPr>
          </a:p>
        </p:txBody>
      </p:sp>
      <p:cxnSp>
        <p:nvCxnSpPr>
          <p:cNvPr id="56" name="Straight Connector 55">
            <a:extLst>
              <a:ext uri="{FF2B5EF4-FFF2-40B4-BE49-F238E27FC236}">
                <a16:creationId xmlns:a16="http://schemas.microsoft.com/office/drawing/2014/main" id="{E6E50488-8E5E-4E36-9763-092234CAE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B9E780F8-2452-4595-A281-E594BA83D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 name="Rectangle 57">
            <a:extLst>
              <a:ext uri="{FF2B5EF4-FFF2-40B4-BE49-F238E27FC236}">
                <a16:creationId xmlns:a16="http://schemas.microsoft.com/office/drawing/2014/main" id="{A917F44A-7774-4C79-BEDC-0CC73C8C0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TextBox 5">
            <a:extLst>
              <a:ext uri="{FF2B5EF4-FFF2-40B4-BE49-F238E27FC236}">
                <a16:creationId xmlns:a16="http://schemas.microsoft.com/office/drawing/2014/main" id="{5255B35D-237F-22A4-1924-8CFB74A3B8B3}"/>
              </a:ext>
            </a:extLst>
          </p:cNvPr>
          <p:cNvSpPr txBox="1"/>
          <p:nvPr/>
        </p:nvSpPr>
        <p:spPr>
          <a:xfrm>
            <a:off x="4914298" y="5430963"/>
            <a:ext cx="299974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Student Id: 23097024</a:t>
            </a:r>
          </a:p>
          <a:p>
            <a:r>
              <a:rPr lang="en-US" sz="1600" dirty="0">
                <a:ea typeface="Calibri"/>
                <a:cs typeface="Calibri"/>
              </a:rPr>
              <a:t>Student Name: MAHESH GARIKE</a:t>
            </a:r>
          </a:p>
        </p:txBody>
      </p:sp>
    </p:spTree>
    <p:extLst>
      <p:ext uri="{BB962C8B-B14F-4D97-AF65-F5344CB8AC3E}">
        <p14:creationId xmlns:p14="http://schemas.microsoft.com/office/powerpoint/2010/main" val="17738313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Rectangle 39">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2" name="Straight Connector 41">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492370" y="516835"/>
            <a:ext cx="3084844" cy="5772840"/>
          </a:xfrm>
        </p:spPr>
        <p:txBody>
          <a:bodyPr vert="horz" lIns="91440" tIns="45720" rIns="91440" bIns="45720" rtlCol="0" anchor="ctr">
            <a:normAutofit/>
          </a:bodyPr>
          <a:lstStyle/>
          <a:p>
            <a:r>
              <a:rPr lang="en-US" sz="3600" b="1">
                <a:solidFill>
                  <a:srgbClr val="FFFFFF"/>
                </a:solidFill>
              </a:rPr>
              <a:t>Research Question</a:t>
            </a:r>
          </a:p>
        </p:txBody>
      </p:sp>
      <p:sp>
        <p:nvSpPr>
          <p:cNvPr id="48" name="Rectangle 47">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34" name="TextBox 2">
            <a:extLst>
              <a:ext uri="{FF2B5EF4-FFF2-40B4-BE49-F238E27FC236}">
                <a16:creationId xmlns:a16="http://schemas.microsoft.com/office/drawing/2014/main" id="{7BF95D06-8348-DBF3-52D6-6A15E99E2A4E}"/>
              </a:ext>
            </a:extLst>
          </p:cNvPr>
          <p:cNvGraphicFramePr/>
          <p:nvPr>
            <p:extLst>
              <p:ext uri="{D42A27DB-BD31-4B8C-83A1-F6EECF244321}">
                <p14:modId xmlns:p14="http://schemas.microsoft.com/office/powerpoint/2010/main" val="12942188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1885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8" name="Rectangle 27">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9" name="Straight Connector 28">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75139E4A-1EDC-952F-6A2D-3BD8A6660123}"/>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b="1"/>
              <a:t>Background</a:t>
            </a:r>
          </a:p>
        </p:txBody>
      </p:sp>
      <p:graphicFrame>
        <p:nvGraphicFramePr>
          <p:cNvPr id="10" name="Content Placeholder 5">
            <a:extLst>
              <a:ext uri="{FF2B5EF4-FFF2-40B4-BE49-F238E27FC236}">
                <a16:creationId xmlns:a16="http://schemas.microsoft.com/office/drawing/2014/main" id="{28CEF99A-4618-F421-535D-92016AF55897}"/>
              </a:ext>
            </a:extLst>
          </p:cNvPr>
          <p:cNvGraphicFramePr>
            <a:graphicFrameLocks noGrp="1"/>
          </p:cNvGraphicFramePr>
          <p:nvPr>
            <p:ph sz="quarter" idx="13"/>
            <p:extLst>
              <p:ext uri="{D42A27DB-BD31-4B8C-83A1-F6EECF244321}">
                <p14:modId xmlns:p14="http://schemas.microsoft.com/office/powerpoint/2010/main" val="4250121008"/>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3495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60D7-F74C-CD9E-C576-1CB8FFE8778E}"/>
              </a:ext>
            </a:extLst>
          </p:cNvPr>
          <p:cNvSpPr>
            <a:spLocks noGrp="1"/>
          </p:cNvSpPr>
          <p:nvPr>
            <p:ph type="ctrTitle"/>
          </p:nvPr>
        </p:nvSpPr>
        <p:spPr>
          <a:xfrm>
            <a:off x="139173" y="5672"/>
            <a:ext cx="7538419" cy="1199856"/>
          </a:xfrm>
        </p:spPr>
        <p:txBody>
          <a:bodyPr>
            <a:normAutofit/>
          </a:bodyPr>
          <a:lstStyle/>
          <a:p>
            <a:r>
              <a:rPr lang="en-US" sz="6600" b="1" dirty="0">
                <a:ea typeface="+mj-lt"/>
                <a:cs typeface="+mj-lt"/>
              </a:rPr>
              <a:t>Dataset Overview</a:t>
            </a:r>
            <a:endParaRPr lang="en-US" sz="6600" b="1"/>
          </a:p>
        </p:txBody>
      </p:sp>
      <p:graphicFrame>
        <p:nvGraphicFramePr>
          <p:cNvPr id="7" name="TextBox 2">
            <a:extLst>
              <a:ext uri="{FF2B5EF4-FFF2-40B4-BE49-F238E27FC236}">
                <a16:creationId xmlns:a16="http://schemas.microsoft.com/office/drawing/2014/main" id="{A44AE1A2-1C1A-82DA-778F-C32A6EACB481}"/>
              </a:ext>
            </a:extLst>
          </p:cNvPr>
          <p:cNvGraphicFramePr/>
          <p:nvPr/>
        </p:nvGraphicFramePr>
        <p:xfrm>
          <a:off x="530507" y="1364849"/>
          <a:ext cx="11468581" cy="480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8387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Rectangle 60">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2" name="Straight Connector 6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4BB16D-2F4A-F938-64C3-F8B6808F5004}"/>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b="1"/>
              <a:t>Ethical Considerations</a:t>
            </a:r>
          </a:p>
        </p:txBody>
      </p:sp>
      <p:graphicFrame>
        <p:nvGraphicFramePr>
          <p:cNvPr id="22" name="Content Placeholder 4">
            <a:extLst>
              <a:ext uri="{FF2B5EF4-FFF2-40B4-BE49-F238E27FC236}">
                <a16:creationId xmlns:a16="http://schemas.microsoft.com/office/drawing/2014/main" id="{51DE91B1-36B5-E1A2-B2E8-D8C4B51DDBB3}"/>
              </a:ext>
            </a:extLst>
          </p:cNvPr>
          <p:cNvGraphicFramePr>
            <a:graphicFrameLocks noGrp="1"/>
          </p:cNvGraphicFramePr>
          <p:nvPr>
            <p:ph sz="quarter" idx="14"/>
            <p:extLst>
              <p:ext uri="{D42A27DB-BD31-4B8C-83A1-F6EECF244321}">
                <p14:modId xmlns:p14="http://schemas.microsoft.com/office/powerpoint/2010/main" val="2974862470"/>
              </p:ext>
            </p:extLst>
          </p:nvPr>
        </p:nvGraphicFramePr>
        <p:xfrm>
          <a:off x="1097279" y="1758650"/>
          <a:ext cx="10341186" cy="42846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493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7380-A532-66A4-50B3-112ED802AFD3}"/>
              </a:ext>
            </a:extLst>
          </p:cNvPr>
          <p:cNvSpPr>
            <a:spLocks noGrp="1"/>
          </p:cNvSpPr>
          <p:nvPr>
            <p:ph type="title"/>
          </p:nvPr>
        </p:nvSpPr>
        <p:spPr>
          <a:xfrm>
            <a:off x="-632" y="1904718"/>
            <a:ext cx="6107440" cy="4490595"/>
          </a:xfrm>
        </p:spPr>
        <p:txBody>
          <a:bodyPr vert="horz" lIns="91440" tIns="45720" rIns="91440" bIns="45720" rtlCol="0" anchor="t">
            <a:noAutofit/>
          </a:bodyPr>
          <a:lstStyle/>
          <a:p>
            <a:pPr marL="285750" indent="-285750">
              <a:buFont typeface="Arial"/>
              <a:buChar char="•"/>
            </a:pPr>
            <a:r>
              <a:rPr lang="en-US" sz="2800" dirty="0">
                <a:ea typeface="+mj-lt"/>
                <a:cs typeface="+mj-lt"/>
              </a:rPr>
              <a:t>Perform initial analysis to understand data distribution.</a:t>
            </a:r>
            <a:endParaRPr lang="en-US" sz="2800" dirty="0"/>
          </a:p>
          <a:p>
            <a:pPr marL="285750" indent="-285750">
              <a:buFont typeface="Arial"/>
              <a:buChar char="•"/>
            </a:pPr>
            <a:r>
              <a:rPr lang="en-US" sz="2800" dirty="0">
                <a:ea typeface="+mj-lt"/>
                <a:cs typeface="+mj-lt"/>
              </a:rPr>
              <a:t>Identify any outliers or trends in the sales data.</a:t>
            </a:r>
            <a:endParaRPr lang="en-US" sz="2800" dirty="0"/>
          </a:p>
          <a:p>
            <a:pPr marL="285750" indent="-285750">
              <a:buFont typeface="Arial"/>
              <a:buChar char="•"/>
            </a:pPr>
            <a:r>
              <a:rPr lang="en-US" sz="2800" dirty="0">
                <a:ea typeface="+mj-lt"/>
                <a:cs typeface="+mj-lt"/>
              </a:rPr>
              <a:t>Visualize sales patterns over time using line graphs.</a:t>
            </a:r>
            <a:endParaRPr lang="en-US" sz="2800" dirty="0"/>
          </a:p>
          <a:p>
            <a:pPr marL="285750" indent="-285750">
              <a:buFont typeface="Arial"/>
              <a:buChar char="•"/>
            </a:pPr>
            <a:r>
              <a:rPr lang="en-US" sz="2800" dirty="0">
                <a:ea typeface="+mj-lt"/>
                <a:cs typeface="+mj-lt"/>
              </a:rPr>
              <a:t>Show seasonal trends and periodic fluctuations in sales.</a:t>
            </a:r>
            <a:endParaRPr lang="en-US" sz="2800" dirty="0"/>
          </a:p>
          <a:p>
            <a:pPr marL="285750" indent="-285750">
              <a:buFont typeface="Arial"/>
              <a:buChar char="•"/>
            </a:pPr>
            <a:r>
              <a:rPr lang="en-US" sz="2800" dirty="0">
                <a:ea typeface="+mj-lt"/>
                <a:cs typeface="+mj-lt"/>
              </a:rPr>
              <a:t>Correlate promotional events with sales spikes.</a:t>
            </a:r>
            <a:endParaRPr lang="en-US" sz="2800" dirty="0"/>
          </a:p>
          <a:p>
            <a:pPr marL="285750" indent="-285750">
              <a:buFont typeface="Arial"/>
              <a:buChar char="•"/>
            </a:pPr>
            <a:r>
              <a:rPr lang="en-US" sz="2800" dirty="0">
                <a:ea typeface="+mj-lt"/>
                <a:cs typeface="+mj-lt"/>
              </a:rPr>
              <a:t>Highlight missing values and decide on imputation methods.</a:t>
            </a:r>
            <a:endParaRPr lang="en-US" sz="2800" dirty="0"/>
          </a:p>
          <a:p>
            <a:endParaRPr lang="en-US" sz="2800" dirty="0"/>
          </a:p>
        </p:txBody>
      </p:sp>
      <p:sp>
        <p:nvSpPr>
          <p:cNvPr id="3" name="Content Placeholder 2">
            <a:extLst>
              <a:ext uri="{FF2B5EF4-FFF2-40B4-BE49-F238E27FC236}">
                <a16:creationId xmlns:a16="http://schemas.microsoft.com/office/drawing/2014/main" id="{F617F2BB-F067-C1A6-62D5-1F8FF64A2B83}"/>
              </a:ext>
            </a:extLst>
          </p:cNvPr>
          <p:cNvSpPr>
            <a:spLocks noGrp="1"/>
          </p:cNvSpPr>
          <p:nvPr>
            <p:ph sz="quarter" idx="13"/>
          </p:nvPr>
        </p:nvSpPr>
        <p:spPr>
          <a:xfrm>
            <a:off x="215028" y="135406"/>
            <a:ext cx="10250214" cy="1122538"/>
          </a:xfrm>
        </p:spPr>
        <p:txBody>
          <a:bodyPr/>
          <a:lstStyle/>
          <a:p>
            <a:r>
              <a:rPr lang="en-US" sz="6000" b="1" dirty="0">
                <a:ea typeface="+mj-lt"/>
                <a:cs typeface="+mj-lt"/>
              </a:rPr>
              <a:t>Exploratory Data Analysis (EDA)</a:t>
            </a:r>
            <a:endParaRPr lang="en-US" sz="6600" dirty="0"/>
          </a:p>
        </p:txBody>
      </p:sp>
      <p:pic>
        <p:nvPicPr>
          <p:cNvPr id="4" name="Picture 3">
            <a:extLst>
              <a:ext uri="{FF2B5EF4-FFF2-40B4-BE49-F238E27FC236}">
                <a16:creationId xmlns:a16="http://schemas.microsoft.com/office/drawing/2014/main" id="{28DD49D1-B390-39FC-FEB9-4F6E5779E6A9}"/>
              </a:ext>
            </a:extLst>
          </p:cNvPr>
          <p:cNvPicPr>
            <a:picLocks noChangeAspect="1"/>
          </p:cNvPicPr>
          <p:nvPr/>
        </p:nvPicPr>
        <p:blipFill>
          <a:blip r:embed="rId3"/>
          <a:stretch>
            <a:fillRect/>
          </a:stretch>
        </p:blipFill>
        <p:spPr>
          <a:xfrm>
            <a:off x="6629400" y="3092580"/>
            <a:ext cx="4942115" cy="3058041"/>
          </a:xfrm>
          <a:prstGeom prst="rect">
            <a:avLst/>
          </a:prstGeom>
        </p:spPr>
      </p:pic>
    </p:spTree>
    <p:extLst>
      <p:ext uri="{BB962C8B-B14F-4D97-AF65-F5344CB8AC3E}">
        <p14:creationId xmlns:p14="http://schemas.microsoft.com/office/powerpoint/2010/main" val="109362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8" name="Rectangle 47">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9" name="Straight Connector 48">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3EE62F-F757-97CA-69BF-74C05CF9577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4800" b="1"/>
              <a:t>Data Preprocessing</a:t>
            </a:r>
          </a:p>
        </p:txBody>
      </p:sp>
      <p:pic>
        <p:nvPicPr>
          <p:cNvPr id="5" name="Picture 4" descr="A comparison of a graph&#10;&#10;AI-generated content may be incorrect.">
            <a:extLst>
              <a:ext uri="{FF2B5EF4-FFF2-40B4-BE49-F238E27FC236}">
                <a16:creationId xmlns:a16="http://schemas.microsoft.com/office/drawing/2014/main" id="{345BEA35-0FBE-B2E3-CE06-26902722B948}"/>
              </a:ext>
            </a:extLst>
          </p:cNvPr>
          <p:cNvPicPr>
            <a:picLocks noChangeAspect="1"/>
          </p:cNvPicPr>
          <p:nvPr/>
        </p:nvPicPr>
        <p:blipFill>
          <a:blip r:embed="rId3"/>
          <a:stretch>
            <a:fillRect/>
          </a:stretch>
        </p:blipFill>
        <p:spPr>
          <a:xfrm>
            <a:off x="6093798" y="2831036"/>
            <a:ext cx="5519079" cy="2294717"/>
          </a:xfrm>
          <a:prstGeom prst="rect">
            <a:avLst/>
          </a:prstGeom>
        </p:spPr>
      </p:pic>
      <p:graphicFrame>
        <p:nvGraphicFramePr>
          <p:cNvPr id="28" name="Text Placeholder 2">
            <a:extLst>
              <a:ext uri="{FF2B5EF4-FFF2-40B4-BE49-F238E27FC236}">
                <a16:creationId xmlns:a16="http://schemas.microsoft.com/office/drawing/2014/main" id="{FDBFF48F-ED04-1DCF-6C3B-BCE67711F880}"/>
              </a:ext>
            </a:extLst>
          </p:cNvPr>
          <p:cNvGraphicFramePr/>
          <p:nvPr>
            <p:extLst>
              <p:ext uri="{D42A27DB-BD31-4B8C-83A1-F6EECF244321}">
                <p14:modId xmlns:p14="http://schemas.microsoft.com/office/powerpoint/2010/main" val="3299277864"/>
              </p:ext>
            </p:extLst>
          </p:nvPr>
        </p:nvGraphicFramePr>
        <p:xfrm>
          <a:off x="748937" y="1943705"/>
          <a:ext cx="5758301" cy="38165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6532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9" name="Straight Connector 18">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A23153D-915E-B26E-77A0-B0A60D95B98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4800" b="1"/>
              <a:t>Model Implementation</a:t>
            </a:r>
          </a:p>
        </p:txBody>
      </p:sp>
      <p:sp>
        <p:nvSpPr>
          <p:cNvPr id="3" name="Content Placeholder 2">
            <a:extLst>
              <a:ext uri="{FF2B5EF4-FFF2-40B4-BE49-F238E27FC236}">
                <a16:creationId xmlns:a16="http://schemas.microsoft.com/office/drawing/2014/main" id="{F5BE6C73-4F90-26C9-3E52-B235190AEAD0}"/>
              </a:ext>
            </a:extLst>
          </p:cNvPr>
          <p:cNvSpPr>
            <a:spLocks noGrp="1"/>
          </p:cNvSpPr>
          <p:nvPr>
            <p:ph sz="quarter" idx="13"/>
          </p:nvPr>
        </p:nvSpPr>
        <p:spPr>
          <a:xfrm>
            <a:off x="1097279" y="1845734"/>
            <a:ext cx="6454987" cy="4023360"/>
          </a:xfrm>
        </p:spPr>
        <p:txBody>
          <a:bodyPr vert="horz" lIns="0" tIns="45720" rIns="0" bIns="45720" rtlCol="0">
            <a:normAutofit/>
          </a:bodyPr>
          <a:lstStyle/>
          <a:p>
            <a:r>
              <a:rPr lang="en-US" b="1"/>
              <a:t>Models used</a:t>
            </a:r>
            <a:r>
              <a:rPr lang="en-US"/>
              <a:t>: Linear Regression, Random Forest, XGBoost, LSTM.</a:t>
            </a:r>
          </a:p>
          <a:p>
            <a:pPr marL="285750" indent="-285750">
              <a:buFont typeface="Calibri" panose="020F0502020204030204" pitchFamily="34" charset="0"/>
              <a:buChar char="•"/>
            </a:pPr>
            <a:r>
              <a:rPr lang="en-US"/>
              <a:t>Each model has unique strengths for forecasting.</a:t>
            </a:r>
          </a:p>
          <a:p>
            <a:pPr marL="285750" indent="-285750">
              <a:buFont typeface="Calibri" panose="020F0502020204030204" pitchFamily="34" charset="0"/>
              <a:buChar char="•"/>
            </a:pPr>
            <a:r>
              <a:rPr lang="en-US"/>
              <a:t>Linear Regression provides a baseline for predictions.</a:t>
            </a:r>
          </a:p>
          <a:p>
            <a:pPr marL="285750" indent="-285750">
              <a:buFont typeface="Calibri" panose="020F0502020204030204" pitchFamily="34" charset="0"/>
              <a:buChar char="•"/>
            </a:pPr>
            <a:r>
              <a:rPr lang="en-US"/>
              <a:t>Random Forest and XGBoost offer high flexibility and accuracy.</a:t>
            </a:r>
          </a:p>
          <a:p>
            <a:pPr marL="285750" indent="-285750">
              <a:buFont typeface="Calibri" panose="020F0502020204030204" pitchFamily="34" charset="0"/>
              <a:buChar char="•"/>
            </a:pPr>
            <a:r>
              <a:rPr lang="en-US"/>
              <a:t>LSTM is used for deep learning on time-series data.</a:t>
            </a:r>
          </a:p>
          <a:p>
            <a:pPr marL="285750" indent="-285750">
              <a:buFont typeface="Calibri" panose="020F0502020204030204" pitchFamily="34" charset="0"/>
              <a:buChar char="•"/>
            </a:pPr>
            <a:r>
              <a:rPr lang="en-US"/>
              <a:t>Models are trained using the training dataset and evaluated with test data.</a:t>
            </a:r>
          </a:p>
          <a:p>
            <a:endParaRPr lang="en-US"/>
          </a:p>
        </p:txBody>
      </p:sp>
      <p:pic>
        <p:nvPicPr>
          <p:cNvPr id="4" name="Picture 3" descr="A computer code with black text&#10;&#10;AI-generated content may be incorrect.">
            <a:extLst>
              <a:ext uri="{FF2B5EF4-FFF2-40B4-BE49-F238E27FC236}">
                <a16:creationId xmlns:a16="http://schemas.microsoft.com/office/drawing/2014/main" id="{4D66803F-3574-E099-5611-A1751FDD9798}"/>
              </a:ext>
            </a:extLst>
          </p:cNvPr>
          <p:cNvPicPr>
            <a:picLocks noChangeAspect="1"/>
          </p:cNvPicPr>
          <p:nvPr/>
        </p:nvPicPr>
        <p:blipFill>
          <a:blip r:embed="rId3"/>
          <a:stretch>
            <a:fillRect/>
          </a:stretch>
        </p:blipFill>
        <p:spPr>
          <a:xfrm>
            <a:off x="5560399" y="5073497"/>
            <a:ext cx="6030709" cy="1042854"/>
          </a:xfrm>
          <a:prstGeom prst="rect">
            <a:avLst/>
          </a:prstGeom>
        </p:spPr>
      </p:pic>
      <p:sp>
        <p:nvSpPr>
          <p:cNvPr id="9" name="Footer Placeholder 8">
            <a:extLst>
              <a:ext uri="{FF2B5EF4-FFF2-40B4-BE49-F238E27FC236}">
                <a16:creationId xmlns:a16="http://schemas.microsoft.com/office/drawing/2014/main" id="{6E120FA7-590B-9AEF-A3D9-EB7597CC4001}"/>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High-impact sales strategies</a:t>
            </a:r>
          </a:p>
        </p:txBody>
      </p:sp>
      <p:sp>
        <p:nvSpPr>
          <p:cNvPr id="10" name="Slide Number Placeholder 9">
            <a:extLst>
              <a:ext uri="{FF2B5EF4-FFF2-40B4-BE49-F238E27FC236}">
                <a16:creationId xmlns:a16="http://schemas.microsoft.com/office/drawing/2014/main" id="{2FD3965A-030E-C6A5-8301-3B23AF1226E4}"/>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1472982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7" name="Rectangle 46">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8" name="Straight Connector 47">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4800" b="1"/>
              <a:t>Hyperparameter Tuning</a:t>
            </a:r>
            <a:endParaRPr lang="en-US" sz="4800"/>
          </a:p>
        </p:txBody>
      </p:sp>
      <p:graphicFrame>
        <p:nvGraphicFramePr>
          <p:cNvPr id="6" name="Content Placeholder 3">
            <a:extLst>
              <a:ext uri="{FF2B5EF4-FFF2-40B4-BE49-F238E27FC236}">
                <a16:creationId xmlns:a16="http://schemas.microsoft.com/office/drawing/2014/main" id="{9C58E42F-4A1A-0C1C-66AC-7820B1C9B65B}"/>
              </a:ext>
            </a:extLst>
          </p:cNvPr>
          <p:cNvGraphicFramePr>
            <a:graphicFrameLocks noGrp="1"/>
          </p:cNvGraphicFramePr>
          <p:nvPr>
            <p:ph idx="1"/>
            <p:extLst>
              <p:ext uri="{D42A27DB-BD31-4B8C-83A1-F6EECF244321}">
                <p14:modId xmlns:p14="http://schemas.microsoft.com/office/powerpoint/2010/main" val="159477215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5043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3DE3B93A-6105-4E0D-ABE7-1711117A8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B47223-A893-96A6-F0E7-83F317B9BE5B}"/>
              </a:ext>
            </a:extLst>
          </p:cNvPr>
          <p:cNvSpPr>
            <a:spLocks noGrp="1"/>
          </p:cNvSpPr>
          <p:nvPr>
            <p:ph type="ctrTitle"/>
          </p:nvPr>
        </p:nvSpPr>
        <p:spPr>
          <a:xfrm>
            <a:off x="642256" y="642257"/>
            <a:ext cx="3417677" cy="5226837"/>
          </a:xfrm>
        </p:spPr>
        <p:txBody>
          <a:bodyPr vert="horz" lIns="91440" tIns="45720" rIns="91440" bIns="45720" rtlCol="0" anchor="t">
            <a:normAutofit/>
          </a:bodyPr>
          <a:lstStyle/>
          <a:p>
            <a:r>
              <a:rPr lang="en-US" sz="4400" b="1"/>
              <a:t>Results Interpretation</a:t>
            </a:r>
          </a:p>
        </p:txBody>
      </p:sp>
      <p:pic>
        <p:nvPicPr>
          <p:cNvPr id="5" name="Picture 4" descr="A dotted line with numbers&#10;&#10;AI-generated content may be incorrect.">
            <a:extLst>
              <a:ext uri="{FF2B5EF4-FFF2-40B4-BE49-F238E27FC236}">
                <a16:creationId xmlns:a16="http://schemas.microsoft.com/office/drawing/2014/main" id="{E737762D-3160-D0CA-49FD-3FBC830840FA}"/>
              </a:ext>
            </a:extLst>
          </p:cNvPr>
          <p:cNvPicPr>
            <a:picLocks noChangeAspect="1"/>
          </p:cNvPicPr>
          <p:nvPr/>
        </p:nvPicPr>
        <p:blipFill>
          <a:blip r:embed="rId3"/>
          <a:srcRect r="59835"/>
          <a:stretch>
            <a:fillRect/>
          </a:stretch>
        </p:blipFill>
        <p:spPr>
          <a:xfrm>
            <a:off x="1195640" y="2786170"/>
            <a:ext cx="2642294" cy="1882632"/>
          </a:xfrm>
          <a:prstGeom prst="rect">
            <a:avLst/>
          </a:prstGeom>
        </p:spPr>
      </p:pic>
      <p:sp>
        <p:nvSpPr>
          <p:cNvPr id="18" name="Rectangle 17">
            <a:extLst>
              <a:ext uri="{FF2B5EF4-FFF2-40B4-BE49-F238E27FC236}">
                <a16:creationId xmlns:a16="http://schemas.microsoft.com/office/drawing/2014/main" id="{1924D57B-FEC9-4779-B514-732685B87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55EFD2BD-6E0E-4450-A3FF-5D1EA322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26" name="TextBox 2">
            <a:extLst>
              <a:ext uri="{FF2B5EF4-FFF2-40B4-BE49-F238E27FC236}">
                <a16:creationId xmlns:a16="http://schemas.microsoft.com/office/drawing/2014/main" id="{EEE87EA2-321E-B79C-7432-2216C1C9C067}"/>
              </a:ext>
            </a:extLst>
          </p:cNvPr>
          <p:cNvGraphicFramePr/>
          <p:nvPr>
            <p:extLst>
              <p:ext uri="{D42A27DB-BD31-4B8C-83A1-F6EECF244321}">
                <p14:modId xmlns:p14="http://schemas.microsoft.com/office/powerpoint/2010/main" val="1503225375"/>
              </p:ext>
            </p:extLst>
          </p:nvPr>
        </p:nvGraphicFramePr>
        <p:xfrm>
          <a:off x="4463141" y="1687287"/>
          <a:ext cx="7184574" cy="40822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1678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9B732-B1AC-BE34-4B6A-E40D4AAEC4AE}"/>
              </a:ext>
            </a:extLst>
          </p:cNvPr>
          <p:cNvSpPr>
            <a:spLocks noGrp="1"/>
          </p:cNvSpPr>
          <p:nvPr>
            <p:ph type="title"/>
          </p:nvPr>
        </p:nvSpPr>
        <p:spPr>
          <a:xfrm>
            <a:off x="-7188" y="133096"/>
            <a:ext cx="10050612" cy="1041438"/>
          </a:xfrm>
        </p:spPr>
        <p:txBody>
          <a:bodyPr>
            <a:noAutofit/>
          </a:bodyPr>
          <a:lstStyle/>
          <a:p>
            <a:r>
              <a:rPr lang="en-US" sz="5400" dirty="0">
                <a:ea typeface="+mn-lt"/>
                <a:cs typeface="+mn-lt"/>
              </a:rPr>
              <a:t>Summary &amp; Conclusions</a:t>
            </a:r>
            <a:endParaRPr lang="en-US" sz="5400"/>
          </a:p>
        </p:txBody>
      </p:sp>
      <p:graphicFrame>
        <p:nvGraphicFramePr>
          <p:cNvPr id="7" name="Content Placeholder 2">
            <a:extLst>
              <a:ext uri="{FF2B5EF4-FFF2-40B4-BE49-F238E27FC236}">
                <a16:creationId xmlns:a16="http://schemas.microsoft.com/office/drawing/2014/main" id="{3483A670-0344-BF67-811E-0C9577395F59}"/>
              </a:ext>
            </a:extLst>
          </p:cNvPr>
          <p:cNvGraphicFramePr>
            <a:graphicFrameLocks noGrp="1"/>
          </p:cNvGraphicFramePr>
          <p:nvPr>
            <p:ph sz="quarter" idx="13"/>
            <p:extLst>
              <p:ext uri="{D42A27DB-BD31-4B8C-83A1-F6EECF244321}">
                <p14:modId xmlns:p14="http://schemas.microsoft.com/office/powerpoint/2010/main" val="2395281853"/>
              </p:ext>
            </p:extLst>
          </p:nvPr>
        </p:nvGraphicFramePr>
        <p:xfrm>
          <a:off x="401009" y="1183035"/>
          <a:ext cx="11371034" cy="5034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1099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9BA87EA-8BB3-79C6-656A-1A8ABD658D7E}"/>
              </a:ext>
            </a:extLst>
          </p:cNvPr>
          <p:cNvSpPr>
            <a:spLocks noGrp="1"/>
          </p:cNvSpPr>
          <p:nvPr>
            <p:ph type="title"/>
          </p:nvPr>
        </p:nvSpPr>
        <p:spPr>
          <a:xfrm>
            <a:off x="492370" y="605896"/>
            <a:ext cx="3084844" cy="5646208"/>
          </a:xfrm>
        </p:spPr>
        <p:txBody>
          <a:bodyPr vert="horz" lIns="91440" tIns="45720" rIns="91440" bIns="45720" rtlCol="0" anchor="ctr">
            <a:normAutofit/>
          </a:bodyPr>
          <a:lstStyle/>
          <a:p>
            <a:r>
              <a:rPr lang="en-US" b="1"/>
              <a:t>References</a:t>
            </a:r>
            <a:endParaRPr lang="en-US" dirty="0"/>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E61DF94A-DA27-1E29-408E-F5360E814FB0}"/>
              </a:ext>
            </a:extLst>
          </p:cNvPr>
          <p:cNvSpPr>
            <a:spLocks noGrp="1"/>
          </p:cNvSpPr>
          <p:nvPr>
            <p:ph type="body" sz="half" idx="2"/>
          </p:nvPr>
        </p:nvSpPr>
        <p:spPr>
          <a:xfrm>
            <a:off x="4742016" y="605896"/>
            <a:ext cx="6413663" cy="5646208"/>
          </a:xfrm>
        </p:spPr>
        <p:txBody>
          <a:bodyPr vert="horz" lIns="0" tIns="45720" rIns="0" bIns="45720" rtlCol="0" anchor="ctr">
            <a:noAutofit/>
          </a:bodyPr>
          <a:lstStyle/>
          <a:p>
            <a:pPr algn="just"/>
            <a:r>
              <a:rPr lang="en-US" sz="2000" err="1">
                <a:solidFill>
                  <a:schemeClr val="tx1">
                    <a:lumMod val="75000"/>
                    <a:lumOff val="25000"/>
                  </a:schemeClr>
                </a:solidFill>
              </a:rPr>
              <a:t>dairu</a:t>
            </a:r>
            <a:r>
              <a:rPr lang="en-US" sz="2000" dirty="0">
                <a:solidFill>
                  <a:schemeClr val="tx1">
                    <a:lumMod val="75000"/>
                    <a:lumOff val="25000"/>
                  </a:schemeClr>
                </a:solidFill>
              </a:rPr>
              <a:t>, X. and Shilong, Z. (2021). </a:t>
            </a:r>
            <a:r>
              <a:rPr lang="en-US" sz="2000" i="1" dirty="0">
                <a:solidFill>
                  <a:schemeClr val="tx1">
                    <a:lumMod val="75000"/>
                    <a:lumOff val="25000"/>
                  </a:schemeClr>
                </a:solidFill>
              </a:rPr>
              <a:t>Machine Learning Model for Sales Forecasting by Using </a:t>
            </a:r>
            <a:r>
              <a:rPr lang="en-US" sz="2000" i="1" err="1">
                <a:solidFill>
                  <a:schemeClr val="tx1">
                    <a:lumMod val="75000"/>
                    <a:lumOff val="25000"/>
                  </a:schemeClr>
                </a:solidFill>
              </a:rPr>
              <a:t>XGBoost</a:t>
            </a:r>
            <a:r>
              <a:rPr lang="en-US" sz="2000" dirty="0">
                <a:solidFill>
                  <a:schemeClr val="tx1">
                    <a:lumMod val="75000"/>
                    <a:lumOff val="25000"/>
                  </a:schemeClr>
                </a:solidFill>
              </a:rPr>
              <a:t>. [online] IEEE Xplore. </a:t>
            </a:r>
            <a:r>
              <a:rPr lang="en-US" sz="2000" err="1">
                <a:solidFill>
                  <a:schemeClr val="tx1">
                    <a:lumMod val="75000"/>
                    <a:lumOff val="25000"/>
                  </a:schemeClr>
                </a:solidFill>
              </a:rPr>
              <a:t>doi:https</a:t>
            </a:r>
            <a:r>
              <a:rPr lang="en-US" sz="2000" dirty="0">
                <a:solidFill>
                  <a:schemeClr val="tx1">
                    <a:lumMod val="75000"/>
                    <a:lumOff val="25000"/>
                  </a:schemeClr>
                </a:solidFill>
              </a:rPr>
              <a:t>://doi.org/10.1109/ICCECE51280.2021.9342304.</a:t>
            </a:r>
            <a:endParaRPr lang="en-US" sz="2000">
              <a:solidFill>
                <a:schemeClr val="tx1">
                  <a:lumMod val="75000"/>
                  <a:lumOff val="25000"/>
                </a:schemeClr>
              </a:solidFill>
              <a:ea typeface="Calibri"/>
              <a:cs typeface="Calibri"/>
            </a:endParaRPr>
          </a:p>
          <a:p>
            <a:pPr algn="just"/>
            <a:r>
              <a:rPr lang="en-US" sz="2000" err="1">
                <a:solidFill>
                  <a:schemeClr val="tx1">
                    <a:lumMod val="75000"/>
                    <a:lumOff val="25000"/>
                  </a:schemeClr>
                </a:solidFill>
              </a:rPr>
              <a:t>Koesten</a:t>
            </a:r>
            <a:r>
              <a:rPr lang="en-US" sz="2000" dirty="0">
                <a:solidFill>
                  <a:schemeClr val="tx1">
                    <a:lumMod val="75000"/>
                    <a:lumOff val="25000"/>
                  </a:schemeClr>
                </a:solidFill>
              </a:rPr>
              <a:t>, L., </a:t>
            </a:r>
            <a:r>
              <a:rPr lang="en-US" sz="2000" err="1">
                <a:solidFill>
                  <a:schemeClr val="tx1">
                    <a:lumMod val="75000"/>
                    <a:lumOff val="25000"/>
                  </a:schemeClr>
                </a:solidFill>
              </a:rPr>
              <a:t>Vougiouklis</a:t>
            </a:r>
            <a:r>
              <a:rPr lang="en-US" sz="2000" dirty="0">
                <a:solidFill>
                  <a:schemeClr val="tx1">
                    <a:lumMod val="75000"/>
                    <a:lumOff val="25000"/>
                  </a:schemeClr>
                </a:solidFill>
              </a:rPr>
              <a:t>, P., </a:t>
            </a:r>
            <a:r>
              <a:rPr lang="en-US" sz="2000" err="1">
                <a:solidFill>
                  <a:schemeClr val="tx1">
                    <a:lumMod val="75000"/>
                    <a:lumOff val="25000"/>
                  </a:schemeClr>
                </a:solidFill>
              </a:rPr>
              <a:t>Simperl</a:t>
            </a:r>
            <a:r>
              <a:rPr lang="en-US" sz="2000" dirty="0">
                <a:solidFill>
                  <a:schemeClr val="tx1">
                    <a:lumMod val="75000"/>
                    <a:lumOff val="25000"/>
                  </a:schemeClr>
                </a:solidFill>
              </a:rPr>
              <a:t>, E. and </a:t>
            </a:r>
            <a:r>
              <a:rPr lang="en-US" sz="2000" err="1">
                <a:solidFill>
                  <a:schemeClr val="tx1">
                    <a:lumMod val="75000"/>
                    <a:lumOff val="25000"/>
                  </a:schemeClr>
                </a:solidFill>
              </a:rPr>
              <a:t>Groth</a:t>
            </a:r>
            <a:r>
              <a:rPr lang="en-US" sz="2000" dirty="0">
                <a:solidFill>
                  <a:schemeClr val="tx1">
                    <a:lumMod val="75000"/>
                    <a:lumOff val="25000"/>
                  </a:schemeClr>
                </a:solidFill>
              </a:rPr>
              <a:t>, P. (2020). Dataset Reuse: Toward Translating Principles to Practice. </a:t>
            </a:r>
            <a:r>
              <a:rPr lang="en-US" sz="2000" i="1" dirty="0">
                <a:solidFill>
                  <a:schemeClr val="tx1">
                    <a:lumMod val="75000"/>
                    <a:lumOff val="25000"/>
                  </a:schemeClr>
                </a:solidFill>
              </a:rPr>
              <a:t>Patterns</a:t>
            </a:r>
            <a:r>
              <a:rPr lang="en-US" sz="2000" dirty="0">
                <a:solidFill>
                  <a:schemeClr val="tx1">
                    <a:lumMod val="75000"/>
                    <a:lumOff val="25000"/>
                  </a:schemeClr>
                </a:solidFill>
              </a:rPr>
              <a:t>, 1(8), p.100136. </a:t>
            </a:r>
            <a:r>
              <a:rPr lang="en-US" sz="2000" err="1">
                <a:solidFill>
                  <a:schemeClr val="tx1">
                    <a:lumMod val="75000"/>
                    <a:lumOff val="25000"/>
                  </a:schemeClr>
                </a:solidFill>
              </a:rPr>
              <a:t>doi:https</a:t>
            </a:r>
            <a:r>
              <a:rPr lang="en-US" sz="2000" dirty="0">
                <a:solidFill>
                  <a:schemeClr val="tx1">
                    <a:lumMod val="75000"/>
                    <a:lumOff val="25000"/>
                  </a:schemeClr>
                </a:solidFill>
              </a:rPr>
              <a:t>://doi.org/10.1016/j.patter.2020.100136.</a:t>
            </a:r>
            <a:endParaRPr lang="en-US" sz="2000">
              <a:solidFill>
                <a:schemeClr val="tx1">
                  <a:lumMod val="75000"/>
                  <a:lumOff val="25000"/>
                </a:schemeClr>
              </a:solidFill>
              <a:ea typeface="Calibri"/>
              <a:cs typeface="Calibri"/>
            </a:endParaRPr>
          </a:p>
          <a:p>
            <a:pPr algn="just"/>
            <a:r>
              <a:rPr lang="en-US" sz="2000" dirty="0">
                <a:solidFill>
                  <a:schemeClr val="tx1">
                    <a:lumMod val="75000"/>
                    <a:lumOff val="25000"/>
                  </a:schemeClr>
                </a:solidFill>
              </a:rPr>
              <a:t>Lee (2023). </a:t>
            </a:r>
            <a:r>
              <a:rPr lang="en-US" sz="2000" i="1" dirty="0">
                <a:solidFill>
                  <a:schemeClr val="tx1">
                    <a:lumMod val="75000"/>
                    <a:lumOff val="25000"/>
                  </a:schemeClr>
                </a:solidFill>
              </a:rPr>
              <a:t>#7 What is the Data Preprocessing(Missing data, One-hot encoding, Feature Scaling)</a:t>
            </a:r>
            <a:r>
              <a:rPr lang="en-US" sz="2000" dirty="0">
                <a:solidFill>
                  <a:schemeClr val="tx1">
                    <a:lumMod val="75000"/>
                    <a:lumOff val="25000"/>
                  </a:schemeClr>
                </a:solidFill>
              </a:rPr>
              <a:t>. [online] Medium. Available at: </a:t>
            </a:r>
            <a:r>
              <a:rPr lang="en-US" sz="2000" dirty="0">
                <a:solidFill>
                  <a:schemeClr val="tx1">
                    <a:lumMod val="75000"/>
                    <a:lumOff val="25000"/>
                  </a:schemeClr>
                </a:solidFill>
                <a:hlinkClick r:id="rId2">
                  <a:extLst>
                    <a:ext uri="{A12FA001-AC4F-418D-AE19-62706E023703}">
                      <ahyp:hlinkClr xmlns:ahyp="http://schemas.microsoft.com/office/drawing/2018/hyperlinkcolor" val="tx"/>
                    </a:ext>
                  </a:extLst>
                </a:hlinkClick>
              </a:rPr>
              <a:t>https://medium.com/@musicaround/7-what-is-the-data-preprocessing-missing-data-one-hot-encoding-feature-scaling-771f54b6ead1</a:t>
            </a:r>
            <a:r>
              <a:rPr lang="en-US" sz="2000" dirty="0">
                <a:solidFill>
                  <a:schemeClr val="tx1">
                    <a:lumMod val="75000"/>
                    <a:lumOff val="25000"/>
                  </a:schemeClr>
                </a:solidFill>
              </a:rPr>
              <a:t> [Accessed 21 Nov. 2025].</a:t>
            </a:r>
            <a:endParaRPr lang="en-US" sz="2000">
              <a:solidFill>
                <a:schemeClr val="tx1">
                  <a:lumMod val="75000"/>
                  <a:lumOff val="25000"/>
                </a:schemeClr>
              </a:solidFill>
              <a:ea typeface="Calibri"/>
              <a:cs typeface="Calibri"/>
            </a:endParaRPr>
          </a:p>
          <a:p>
            <a:pPr algn="just"/>
            <a:r>
              <a:rPr lang="en-US" sz="2000" dirty="0">
                <a:solidFill>
                  <a:schemeClr val="tx1">
                    <a:lumMod val="75000"/>
                    <a:lumOff val="25000"/>
                  </a:schemeClr>
                </a:solidFill>
              </a:rPr>
              <a:t>Shah, R. (2021). </a:t>
            </a:r>
            <a:r>
              <a:rPr lang="en-US" sz="2000" i="1" err="1">
                <a:solidFill>
                  <a:schemeClr val="tx1">
                    <a:lumMod val="75000"/>
                    <a:lumOff val="25000"/>
                  </a:schemeClr>
                </a:solidFill>
              </a:rPr>
              <a:t>GridSearchCV</a:t>
            </a:r>
            <a:r>
              <a:rPr lang="en-US" sz="2000" i="1" dirty="0">
                <a:solidFill>
                  <a:schemeClr val="tx1">
                    <a:lumMod val="75000"/>
                    <a:lumOff val="25000"/>
                  </a:schemeClr>
                </a:solidFill>
              </a:rPr>
              <a:t> |Tune Hyperparameters with </a:t>
            </a:r>
            <a:r>
              <a:rPr lang="en-US" sz="2000" i="1" err="1">
                <a:solidFill>
                  <a:schemeClr val="tx1">
                    <a:lumMod val="75000"/>
                    <a:lumOff val="25000"/>
                  </a:schemeClr>
                </a:solidFill>
              </a:rPr>
              <a:t>GridSearchCV</a:t>
            </a:r>
            <a:r>
              <a:rPr lang="en-US" sz="2000" dirty="0">
                <a:solidFill>
                  <a:schemeClr val="tx1">
                    <a:lumMod val="75000"/>
                    <a:lumOff val="25000"/>
                  </a:schemeClr>
                </a:solidFill>
              </a:rPr>
              <a:t>. [online] Analytics Vidhya. Available at: </a:t>
            </a:r>
            <a:r>
              <a:rPr lang="en-US" sz="20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https://www.analyticsvidhya.com/blog/2021/06/tune-hyperparameters-with-gridsearchcv/</a:t>
            </a:r>
            <a:r>
              <a:rPr lang="en-US" sz="2000" dirty="0">
                <a:solidFill>
                  <a:schemeClr val="tx1">
                    <a:lumMod val="75000"/>
                    <a:lumOff val="25000"/>
                  </a:schemeClr>
                </a:solidFill>
              </a:rPr>
              <a:t> [Accessed 21 Nov. 2025].</a:t>
            </a:r>
            <a:endParaRPr lang="en-US" sz="2000">
              <a:solidFill>
                <a:schemeClr val="tx1">
                  <a:lumMod val="75000"/>
                  <a:lumOff val="25000"/>
                </a:schemeClr>
              </a:solidFill>
              <a:ea typeface="Calibri"/>
              <a:cs typeface="Calibri"/>
            </a:endParaRPr>
          </a:p>
          <a:p>
            <a:endParaRPr lang="en-US">
              <a:solidFill>
                <a:schemeClr val="tx1">
                  <a:lumMod val="75000"/>
                  <a:lumOff val="25000"/>
                </a:schemeClr>
              </a:solidFill>
            </a:endParaRPr>
          </a:p>
        </p:txBody>
      </p:sp>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185BFC-6E97-4C88-9034-F2A7ED1C005E}">
  <ds:schemaRefs>
    <ds:schemaRef ds:uri="http://schemas.openxmlformats.org/package/2006/metadata/core-properties"/>
    <ds:schemaRef ds:uri="http://schemas.microsoft.com/office/2006/metadata/properties"/>
    <ds:schemaRef ds:uri="71af3243-3dd4-4a8d-8c0d-dd76da1f02a5"/>
    <ds:schemaRef ds:uri="http://schemas.microsoft.com/office/2006/documentManagement/types"/>
    <ds:schemaRef ds:uri="http://purl.org/dc/dcmitype/"/>
    <ds:schemaRef ds:uri="http://purl.org/dc/terms/"/>
    <ds:schemaRef ds:uri="http://schemas.microsoft.com/sharepoint/v3"/>
    <ds:schemaRef ds:uri="http://schemas.microsoft.com/office/infopath/2007/PartnerControls"/>
    <ds:schemaRef ds:uri="http://purl.org/dc/elements/1.1/"/>
    <ds:schemaRef ds:uri="http://www.w3.org/XML/1998/namespace"/>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3.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1555</Words>
  <Application>Microsoft Office PowerPoint</Application>
  <PresentationFormat>Widescreen</PresentationFormat>
  <Paragraphs>103</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Retrospect</vt:lpstr>
      <vt:lpstr>Sales Forecasting for Retail Using Machine Learning Models  </vt:lpstr>
      <vt:lpstr>Research Question</vt:lpstr>
      <vt:lpstr>Background</vt:lpstr>
      <vt:lpstr>Dataset Overview</vt:lpstr>
      <vt:lpstr>Ethical Considerations</vt:lpstr>
      <vt:lpstr>Perform initial analysis to understand data distribution. Identify any outliers or trends in the sales data. Visualize sales patterns over time using line graphs. Show seasonal trends and periodic fluctuations in sales. Correlate promotional events with sales spikes. Highlight missing values and decide on imputation methods. </vt:lpstr>
      <vt:lpstr>Data Preprocessing</vt:lpstr>
      <vt:lpstr>Model Implementation</vt:lpstr>
      <vt:lpstr>Hyperparameter Tuning</vt:lpstr>
      <vt:lpstr>Results Interpretation</vt:lpstr>
      <vt:lpstr>Summary &amp; 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Athulya jolly</cp:lastModifiedBy>
  <cp:revision>292</cp:revision>
  <dcterms:created xsi:type="dcterms:W3CDTF">2025-11-21T14:07:37Z</dcterms:created>
  <dcterms:modified xsi:type="dcterms:W3CDTF">2025-11-23T21:18:29Z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